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pSp>
        <p:nvGrpSpPr>
          <p:cNvPr id="6" name="Group 5"/>
          <p:cNvGrpSpPr/>
          <p:nvPr/>
        </p:nvGrpSpPr>
        <p:grpSpPr>
          <a:xfrm>
            <a:off x="635000" y="635000"/>
            <a:ext cx="5715000" cy="762000"/>
            <a:chOff x="635000" y="635000"/>
            <a:chExt cx="5715000" cy="762000"/>
          </a:xfrm>
        </p:grpSpPr>
        <p:sp>
          <p:nvSpPr>
            <p:cNvPr id="4" name="TextBox 3"/>
            <p:cNvSpPr txBox="1"/>
            <p:nvPr/>
          </p:nvSpPr>
          <p:spPr>
            <a:xfrm>
              <a:off x="635000" y="635000"/>
              <a:ext cx="2540000" cy="762000"/>
            </a:xfrm>
            <a:prstGeom prst="rect">
              <a:avLst/>
            </a:prstGeom>
            <a:solidFill>
              <a:srgbClr val="FFE0E0"/>
            </a:solidFill>
          </p:spPr>
          <p:txBody>
            <a:bodyPr wrap="square"/>
            <a:lstStyle/>
            <a:p>
              <a:r>
                <a:t>Visit our </a:t>
              </a:r>
              <a:r>
                <a:rPr>
                  <a:hlinkClick r:id="rId2"/>
                </a:rPr>
                <a:t>site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810000" y="635000"/>
              <a:ext cx="2540000" cy="762000"/>
            </a:xfrm>
            <a:prstGeom prst="rect">
              <a:avLst/>
            </a:prstGeom>
            <a:solidFill>
              <a:srgbClr val="2E75B6"/>
            </a:solidFill>
            <a:ln w="38100">
              <a:solidFill>
                <a:srgbClr val="C00000"/>
              </a:solidFill>
            </a:ln>
          </p:spPr>
          <p:txBody>
            <a:bodyPr wrap="square"/>
            <a:lstStyle/>
            <a:p>
              <a:r>
                <a:t>Second box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QVAC">
  <a:themeElements>
    <a:clrScheme name="QVAC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VAC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QVA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QVAC</Application>
</Properties>
</file>

<file path=docProps/core.xml><?xml version="1.0" encoding="utf-8"?>
<cp:coreProperties xmlns:cp="http://schemas.openxmlformats.org/package/2006/metadata/core-properties" xmlns:dc="http://purl.org/dc/elements/1.1/"/>
</file>