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Relationship Id="rIdI" Type="http://schemas.openxmlformats.org/officeDocument/2006/relationships/image" Target="../media/i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pic>
        <p:nvPicPr>
          <p:cNvPr id="3" name="p"/>
          <p:cNvPicPr/>
          <p:nvPr/>
        </p:nvPicPr>
        <p:blipFill>
          <a:blip r:embed="rIdI"/>
        </p:blipFill>
        <p:spPr>
          <a:xfrm>
            <a:off x="0" y="0"/>
            <a:ext cx="914400" cy="914400"/>
          </a:xfrm>
          <a:prstGeom prst="rect"/>
        </p:spPr>
      </p:pic>
    </p:spTree>
  </p:cSld>
</p:sld>
</file>