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c="http://schemas.openxmlformats.org/drawingml/2006/chart">
  <p:sldIdLst>
    <p:sldId id="256" r:id="rId2"/>
  </p:sldIdLst>
  <p:sldSz cx="9144000" cy="6858000"/>
</p:presentation>
</file>

<file path=ppt/_rels/presentation.xml.rels><?xml version="1.0"?><Relationships xmlns="http://schemas.openxmlformats.org/package/2006/relationships"><Relationship Id="rId2" Type="http://schemas.openxmlformats.org/officeDocument/2006/relationships/slide" Target="slides/slide1.xml"/></Relationships>
</file>

<file path=ppt/slides/_rels/slide1.xml.rels><?xml version="1.0"?><Relationships xmlns="http://schemas.openxmlformats.org/package/2006/relationships"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>
  <p:cSld>
    <p:spTree>
      <p:nvGrpSpPr>
        <p:cNvPr id="1" name=""/>
        <p:cNvGrpSpPr/>
        <p:nvPr/>
      </p:nvGrpSpPr>
      <p:grpSpPr/>
      <p:sp>
        <p:nvSpPr>
          <p:cNvPr id="2" name="s"/>
          <p:cNvSpPr/>
          <p:nvPr/>
        </p:nvSpPr>
        <p:spPr>
          <a:xfrm>
            <a:off x="914400" y="914400"/>
            <a:ext cx="2743200" cy="914400"/>
          </a:xfrm>
          <a:custGeom>
            <a:pathLst>
              <a:path w="100" h="100">
                <a:moveTo>
                  <a:pt x="0" y="0"/>
                </a:moveTo>
                <a:arcTo wR="50" hR="50" stAng="0" swAng="1e400"/>
                <a:close/>
              </a:path>
            </a:pathLst>
          </a:custGeom>
        </p:spPr>
        <p:txBody>
          <a:bodyPr/>
          <a:p>
            <a:r>
              <a:t>x</a:t>
            </a:r>
          </a:p>
        </p:txBody>
      </p:sp>
    </p:spTree>
  </p:cSld>
</p:sld>
</file>