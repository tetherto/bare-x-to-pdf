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sldIdLst>
    <p:sldId id="256" r:id="rId2"/>
  </p:sldIdLst>
  <p:sldSz cx="9223372036854775807" cy="1e308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slides/_rels/slide1.xml.rels><?xml version="1.0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" name="s"/>
          <p:cNvSpPr/>
          <p:nvPr/>
        </p:nvSpPr>
        <p:spPr>
          <a:xfrm>
            <a:off x="914400" y="914400"/>
            <a:ext cx="2743200" cy="914400"/>
          </a:xfrm>
          <a:prstGeom prst="rect"/>
        </p:spPr>
        <p:txBody>
          <a:bodyPr/>
          <a:p>
            <a:r>
              <a:t>x</a:t>
            </a:r>
          </a:p>
        </p:txBody>
      </p:sp>
    </p:spTree>
  </p:cSld>
</p:sld>
</file>