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c="http://schemas.openxmlformats.org/drawingml/2006/chart">
  <p:sldIdLst>
    <p:sldId id="256" r:id="rId2"/>
    <p:sldId id="257" r:id="rId2"/>
    <p:sldId id="258" r:id="rId2"/>
    <p:sldId id="259" r:id="rId2"/>
    <p:sldId id="260" r:id="rId2"/>
    <p:sldId id="261" r:id="rId2"/>
    <p:sldId id="262" r:id="rId2"/>
    <p:sldId id="263" r:id="rId2"/>
    <p:sldId id="264" r:id="rId2"/>
    <p:sldId id="265" r:id="rId2"/>
    <p:sldId id="266" r:id="rId2"/>
    <p:sldId id="267" r:id="rId2"/>
    <p:sldId id="268" r:id="rId2"/>
    <p:sldId id="269" r:id="rId2"/>
    <p:sldId id="270" r:id="rId2"/>
    <p:sldId id="271" r:id="rId2"/>
    <p:sldId id="272" r:id="rId2"/>
    <p:sldId id="273" r:id="rId2"/>
    <p:sldId id="274" r:id="rId2"/>
    <p:sldId id="275" r:id="rId2"/>
    <p:sldId id="276" r:id="rId2"/>
    <p:sldId id="277" r:id="rId2"/>
    <p:sldId id="278" r:id="rId2"/>
    <p:sldId id="279" r:id="rId2"/>
    <p:sldId id="280" r:id="rId2"/>
    <p:sldId id="281" r:id="rId2"/>
    <p:sldId id="282" r:id="rId2"/>
    <p:sldId id="283" r:id="rId2"/>
    <p:sldId id="284" r:id="rId2"/>
    <p:sldId id="285" r:id="rId2"/>
    <p:sldId id="286" r:id="rId2"/>
    <p:sldId id="287" r:id="rId2"/>
    <p:sldId id="288" r:id="rId2"/>
    <p:sldId id="289" r:id="rId2"/>
    <p:sldId id="290" r:id="rId2"/>
    <p:sldId id="291" r:id="rId2"/>
    <p:sldId id="292" r:id="rId2"/>
    <p:sldId id="293" r:id="rId2"/>
    <p:sldId id="294" r:id="rId2"/>
    <p:sldId id="295" r:id="rId2"/>
    <p:sldId id="296" r:id="rId2"/>
    <p:sldId id="297" r:id="rId2"/>
    <p:sldId id="298" r:id="rId2"/>
    <p:sldId id="299" r:id="rId2"/>
    <p:sldId id="300" r:id="rId2"/>
    <p:sldId id="301" r:id="rId2"/>
    <p:sldId id="302" r:id="rId2"/>
    <p:sldId id="303" r:id="rId2"/>
    <p:sldId id="304" r:id="rId2"/>
    <p:sldId id="305" r:id="rId2"/>
    <p:sldId id="306" r:id="rId2"/>
    <p:sldId id="307" r:id="rId2"/>
    <p:sldId id="308" r:id="rId2"/>
    <p:sldId id="309" r:id="rId2"/>
    <p:sldId id="310" r:id="rId2"/>
    <p:sldId id="311" r:id="rId2"/>
    <p:sldId id="312" r:id="rId2"/>
    <p:sldId id="313" r:id="rId2"/>
    <p:sldId id="314" r:id="rId2"/>
    <p:sldId id="315" r:id="rId2"/>
    <p:sldId id="316" r:id="rId2"/>
    <p:sldId id="317" r:id="rId2"/>
    <p:sldId id="318" r:id="rId2"/>
    <p:sldId id="319" r:id="rId2"/>
    <p:sldId id="320" r:id="rId2"/>
    <p:sldId id="321" r:id="rId2"/>
    <p:sldId id="322" r:id="rId2"/>
    <p:sldId id="323" r:id="rId2"/>
    <p:sldId id="324" r:id="rId2"/>
    <p:sldId id="325" r:id="rId2"/>
    <p:sldId id="326" r:id="rId2"/>
    <p:sldId id="327" r:id="rId2"/>
    <p:sldId id="328" r:id="rId2"/>
    <p:sldId id="329" r:id="rId2"/>
    <p:sldId id="330" r:id="rId2"/>
    <p:sldId id="331" r:id="rId2"/>
    <p:sldId id="332" r:id="rId2"/>
    <p:sldId id="333" r:id="rId2"/>
    <p:sldId id="334" r:id="rId2"/>
    <p:sldId id="335" r:id="rId2"/>
    <p:sldId id="336" r:id="rId2"/>
    <p:sldId id="337" r:id="rId2"/>
    <p:sldId id="338" r:id="rId2"/>
    <p:sldId id="339" r:id="rId2"/>
    <p:sldId id="340" r:id="rId2"/>
    <p:sldId id="341" r:id="rId2"/>
    <p:sldId id="342" r:id="rId2"/>
    <p:sldId id="343" r:id="rId2"/>
    <p:sldId id="344" r:id="rId2"/>
    <p:sldId id="345" r:id="rId2"/>
    <p:sldId id="346" r:id="rId2"/>
    <p:sldId id="347" r:id="rId2"/>
    <p:sldId id="348" r:id="rId2"/>
    <p:sldId id="349" r:id="rId2"/>
    <p:sldId id="350" r:id="rId2"/>
    <p:sldId id="351" r:id="rId2"/>
    <p:sldId id="352" r:id="rId2"/>
    <p:sldId id="353" r:id="rId2"/>
    <p:sldId id="354" r:id="rId2"/>
    <p:sldId id="355" r:id="rId2"/>
    <p:sldId id="356" r:id="rId2"/>
    <p:sldId id="357" r:id="rId2"/>
    <p:sldId id="358" r:id="rId2"/>
    <p:sldId id="359" r:id="rId2"/>
    <p:sldId id="360" r:id="rId2"/>
    <p:sldId id="361" r:id="rId2"/>
    <p:sldId id="362" r:id="rId2"/>
    <p:sldId id="363" r:id="rId2"/>
    <p:sldId id="364" r:id="rId2"/>
    <p:sldId id="365" r:id="rId2"/>
    <p:sldId id="366" r:id="rId2"/>
    <p:sldId id="367" r:id="rId2"/>
    <p:sldId id="368" r:id="rId2"/>
    <p:sldId id="369" r:id="rId2"/>
    <p:sldId id="370" r:id="rId2"/>
    <p:sldId id="371" r:id="rId2"/>
    <p:sldId id="372" r:id="rId2"/>
    <p:sldId id="373" r:id="rId2"/>
    <p:sldId id="374" r:id="rId2"/>
    <p:sldId id="375" r:id="rId2"/>
    <p:sldId id="376" r:id="rId2"/>
    <p:sldId id="377" r:id="rId2"/>
    <p:sldId id="378" r:id="rId2"/>
    <p:sldId id="379" r:id="rId2"/>
    <p:sldId id="380" r:id="rId2"/>
    <p:sldId id="381" r:id="rId2"/>
    <p:sldId id="382" r:id="rId2"/>
    <p:sldId id="383" r:id="rId2"/>
    <p:sldId id="384" r:id="rId2"/>
    <p:sldId id="385" r:id="rId2"/>
    <p:sldId id="386" r:id="rId2"/>
    <p:sldId id="387" r:id="rId2"/>
    <p:sldId id="388" r:id="rId2"/>
    <p:sldId id="389" r:id="rId2"/>
    <p:sldId id="390" r:id="rId2"/>
    <p:sldId id="391" r:id="rId2"/>
    <p:sldId id="392" r:id="rId2"/>
    <p:sldId id="393" r:id="rId2"/>
    <p:sldId id="394" r:id="rId2"/>
    <p:sldId id="395" r:id="rId2"/>
    <p:sldId id="396" r:id="rId2"/>
    <p:sldId id="397" r:id="rId2"/>
    <p:sldId id="398" r:id="rId2"/>
    <p:sldId id="399" r:id="rId2"/>
    <p:sldId id="400" r:id="rId2"/>
    <p:sldId id="401" r:id="rId2"/>
    <p:sldId id="402" r:id="rId2"/>
    <p:sldId id="403" r:id="rId2"/>
    <p:sldId id="404" r:id="rId2"/>
    <p:sldId id="405" r:id="rId2"/>
    <p:sldId id="406" r:id="rId2"/>
    <p:sldId id="407" r:id="rId2"/>
    <p:sldId id="408" r:id="rId2"/>
    <p:sldId id="409" r:id="rId2"/>
    <p:sldId id="410" r:id="rId2"/>
    <p:sldId id="411" r:id="rId2"/>
    <p:sldId id="412" r:id="rId2"/>
    <p:sldId id="413" r:id="rId2"/>
    <p:sldId id="414" r:id="rId2"/>
    <p:sldId id="415" r:id="rId2"/>
    <p:sldId id="416" r:id="rId2"/>
    <p:sldId id="417" r:id="rId2"/>
    <p:sldId id="418" r:id="rId2"/>
    <p:sldId id="419" r:id="rId2"/>
    <p:sldId id="420" r:id="rId2"/>
    <p:sldId id="421" r:id="rId2"/>
    <p:sldId id="422" r:id="rId2"/>
    <p:sldId id="423" r:id="rId2"/>
    <p:sldId id="424" r:id="rId2"/>
    <p:sldId id="425" r:id="rId2"/>
    <p:sldId id="426" r:id="rId2"/>
    <p:sldId id="427" r:id="rId2"/>
    <p:sldId id="428" r:id="rId2"/>
    <p:sldId id="429" r:id="rId2"/>
    <p:sldId id="430" r:id="rId2"/>
    <p:sldId id="431" r:id="rId2"/>
    <p:sldId id="432" r:id="rId2"/>
    <p:sldId id="433" r:id="rId2"/>
    <p:sldId id="434" r:id="rId2"/>
    <p:sldId id="435" r:id="rId2"/>
    <p:sldId id="436" r:id="rId2"/>
    <p:sldId id="437" r:id="rId2"/>
    <p:sldId id="438" r:id="rId2"/>
    <p:sldId id="439" r:id="rId2"/>
    <p:sldId id="440" r:id="rId2"/>
    <p:sldId id="441" r:id="rId2"/>
    <p:sldId id="442" r:id="rId2"/>
    <p:sldId id="443" r:id="rId2"/>
    <p:sldId id="444" r:id="rId2"/>
    <p:sldId id="445" r:id="rId2"/>
    <p:sldId id="446" r:id="rId2"/>
    <p:sldId id="447" r:id="rId2"/>
    <p:sldId id="448" r:id="rId2"/>
    <p:sldId id="449" r:id="rId2"/>
    <p:sldId id="450" r:id="rId2"/>
    <p:sldId id="451" r:id="rId2"/>
    <p:sldId id="452" r:id="rId2"/>
    <p:sldId id="453" r:id="rId2"/>
    <p:sldId id="454" r:id="rId2"/>
    <p:sldId id="455" r:id="rId2"/>
    <p:sldId id="456" r:id="rId2"/>
    <p:sldId id="457" r:id="rId2"/>
    <p:sldId id="458" r:id="rId2"/>
    <p:sldId id="459" r:id="rId2"/>
    <p:sldId id="460" r:id="rId2"/>
    <p:sldId id="461" r:id="rId2"/>
    <p:sldId id="462" r:id="rId2"/>
    <p:sldId id="463" r:id="rId2"/>
    <p:sldId id="464" r:id="rId2"/>
    <p:sldId id="465" r:id="rId2"/>
    <p:sldId id="466" r:id="rId2"/>
    <p:sldId id="467" r:id="rId2"/>
    <p:sldId id="468" r:id="rId2"/>
    <p:sldId id="469" r:id="rId2"/>
    <p:sldId id="470" r:id="rId2"/>
    <p:sldId id="471" r:id="rId2"/>
    <p:sldId id="472" r:id="rId2"/>
    <p:sldId id="473" r:id="rId2"/>
    <p:sldId id="474" r:id="rId2"/>
    <p:sldId id="475" r:id="rId2"/>
    <p:sldId id="476" r:id="rId2"/>
    <p:sldId id="477" r:id="rId2"/>
    <p:sldId id="478" r:id="rId2"/>
    <p:sldId id="479" r:id="rId2"/>
    <p:sldId id="480" r:id="rId2"/>
    <p:sldId id="481" r:id="rId2"/>
    <p:sldId id="482" r:id="rId2"/>
    <p:sldId id="483" r:id="rId2"/>
    <p:sldId id="484" r:id="rId2"/>
    <p:sldId id="485" r:id="rId2"/>
    <p:sldId id="486" r:id="rId2"/>
    <p:sldId id="487" r:id="rId2"/>
    <p:sldId id="488" r:id="rId2"/>
    <p:sldId id="489" r:id="rId2"/>
    <p:sldId id="490" r:id="rId2"/>
    <p:sldId id="491" r:id="rId2"/>
    <p:sldId id="492" r:id="rId2"/>
    <p:sldId id="493" r:id="rId2"/>
    <p:sldId id="494" r:id="rId2"/>
    <p:sldId id="495" r:id="rId2"/>
    <p:sldId id="496" r:id="rId2"/>
    <p:sldId id="497" r:id="rId2"/>
    <p:sldId id="498" r:id="rId2"/>
    <p:sldId id="499" r:id="rId2"/>
    <p:sldId id="500" r:id="rId2"/>
    <p:sldId id="501" r:id="rId2"/>
    <p:sldId id="502" r:id="rId2"/>
    <p:sldId id="503" r:id="rId2"/>
    <p:sldId id="504" r:id="rId2"/>
    <p:sldId id="505" r:id="rId2"/>
    <p:sldId id="506" r:id="rId2"/>
    <p:sldId id="507" r:id="rId2"/>
    <p:sldId id="508" r:id="rId2"/>
    <p:sldId id="509" r:id="rId2"/>
    <p:sldId id="510" r:id="rId2"/>
    <p:sldId id="511" r:id="rId2"/>
    <p:sldId id="512" r:id="rId2"/>
    <p:sldId id="513" r:id="rId2"/>
    <p:sldId id="514" r:id="rId2"/>
    <p:sldId id="515" r:id="rId2"/>
    <p:sldId id="516" r:id="rId2"/>
    <p:sldId id="517" r:id="rId2"/>
    <p:sldId id="518" r:id="rId2"/>
    <p:sldId id="519" r:id="rId2"/>
    <p:sldId id="520" r:id="rId2"/>
    <p:sldId id="521" r:id="rId2"/>
    <p:sldId id="522" r:id="rId2"/>
    <p:sldId id="523" r:id="rId2"/>
    <p:sldId id="524" r:id="rId2"/>
    <p:sldId id="525" r:id="rId2"/>
    <p:sldId id="526" r:id="rId2"/>
    <p:sldId id="527" r:id="rId2"/>
    <p:sldId id="528" r:id="rId2"/>
    <p:sldId id="529" r:id="rId2"/>
    <p:sldId id="530" r:id="rId2"/>
    <p:sldId id="531" r:id="rId2"/>
    <p:sldId id="532" r:id="rId2"/>
    <p:sldId id="533" r:id="rId2"/>
    <p:sldId id="534" r:id="rId2"/>
    <p:sldId id="535" r:id="rId2"/>
    <p:sldId id="536" r:id="rId2"/>
    <p:sldId id="537" r:id="rId2"/>
    <p:sldId id="538" r:id="rId2"/>
    <p:sldId id="539" r:id="rId2"/>
    <p:sldId id="540" r:id="rId2"/>
    <p:sldId id="541" r:id="rId2"/>
    <p:sldId id="542" r:id="rId2"/>
    <p:sldId id="543" r:id="rId2"/>
    <p:sldId id="544" r:id="rId2"/>
    <p:sldId id="545" r:id="rId2"/>
    <p:sldId id="546" r:id="rId2"/>
    <p:sldId id="547" r:id="rId2"/>
    <p:sldId id="548" r:id="rId2"/>
    <p:sldId id="549" r:id="rId2"/>
    <p:sldId id="550" r:id="rId2"/>
    <p:sldId id="551" r:id="rId2"/>
    <p:sldId id="552" r:id="rId2"/>
    <p:sldId id="553" r:id="rId2"/>
    <p:sldId id="554" r:id="rId2"/>
    <p:sldId id="555" r:id="rId2"/>
    <p:sldId id="556" r:id="rId2"/>
    <p:sldId id="557" r:id="rId2"/>
    <p:sldId id="558" r:id="rId2"/>
    <p:sldId id="559" r:id="rId2"/>
    <p:sldId id="560" r:id="rId2"/>
    <p:sldId id="561" r:id="rId2"/>
    <p:sldId id="562" r:id="rId2"/>
    <p:sldId id="563" r:id="rId2"/>
    <p:sldId id="564" r:id="rId2"/>
    <p:sldId id="565" r:id="rId2"/>
    <p:sldId id="566" r:id="rId2"/>
    <p:sldId id="567" r:id="rId2"/>
    <p:sldId id="568" r:id="rId2"/>
    <p:sldId id="569" r:id="rId2"/>
    <p:sldId id="570" r:id="rId2"/>
    <p:sldId id="571" r:id="rId2"/>
    <p:sldId id="572" r:id="rId2"/>
    <p:sldId id="573" r:id="rId2"/>
    <p:sldId id="574" r:id="rId2"/>
    <p:sldId id="575" r:id="rId2"/>
    <p:sldId id="576" r:id="rId2"/>
    <p:sldId id="577" r:id="rId2"/>
    <p:sldId id="578" r:id="rId2"/>
    <p:sldId id="579" r:id="rId2"/>
    <p:sldId id="580" r:id="rId2"/>
    <p:sldId id="581" r:id="rId2"/>
    <p:sldId id="582" r:id="rId2"/>
    <p:sldId id="583" r:id="rId2"/>
    <p:sldId id="584" r:id="rId2"/>
    <p:sldId id="585" r:id="rId2"/>
    <p:sldId id="586" r:id="rId2"/>
    <p:sldId id="587" r:id="rId2"/>
    <p:sldId id="588" r:id="rId2"/>
    <p:sldId id="589" r:id="rId2"/>
    <p:sldId id="590" r:id="rId2"/>
    <p:sldId id="591" r:id="rId2"/>
    <p:sldId id="592" r:id="rId2"/>
    <p:sldId id="593" r:id="rId2"/>
    <p:sldId id="594" r:id="rId2"/>
    <p:sldId id="595" r:id="rId2"/>
    <p:sldId id="596" r:id="rId2"/>
    <p:sldId id="597" r:id="rId2"/>
    <p:sldId id="598" r:id="rId2"/>
    <p:sldId id="599" r:id="rId2"/>
    <p:sldId id="600" r:id="rId2"/>
    <p:sldId id="601" r:id="rId2"/>
    <p:sldId id="602" r:id="rId2"/>
    <p:sldId id="603" r:id="rId2"/>
    <p:sldId id="604" r:id="rId2"/>
    <p:sldId id="605" r:id="rId2"/>
    <p:sldId id="606" r:id="rId2"/>
    <p:sldId id="607" r:id="rId2"/>
    <p:sldId id="608" r:id="rId2"/>
    <p:sldId id="609" r:id="rId2"/>
    <p:sldId id="610" r:id="rId2"/>
    <p:sldId id="611" r:id="rId2"/>
    <p:sldId id="612" r:id="rId2"/>
    <p:sldId id="613" r:id="rId2"/>
    <p:sldId id="614" r:id="rId2"/>
    <p:sldId id="615" r:id="rId2"/>
    <p:sldId id="616" r:id="rId2"/>
    <p:sldId id="617" r:id="rId2"/>
    <p:sldId id="618" r:id="rId2"/>
    <p:sldId id="619" r:id="rId2"/>
    <p:sldId id="620" r:id="rId2"/>
    <p:sldId id="621" r:id="rId2"/>
    <p:sldId id="622" r:id="rId2"/>
    <p:sldId id="623" r:id="rId2"/>
    <p:sldId id="624" r:id="rId2"/>
    <p:sldId id="625" r:id="rId2"/>
    <p:sldId id="626" r:id="rId2"/>
    <p:sldId id="627" r:id="rId2"/>
    <p:sldId id="628" r:id="rId2"/>
    <p:sldId id="629" r:id="rId2"/>
    <p:sldId id="630" r:id="rId2"/>
    <p:sldId id="631" r:id="rId2"/>
    <p:sldId id="632" r:id="rId2"/>
    <p:sldId id="633" r:id="rId2"/>
    <p:sldId id="634" r:id="rId2"/>
    <p:sldId id="635" r:id="rId2"/>
    <p:sldId id="636" r:id="rId2"/>
    <p:sldId id="637" r:id="rId2"/>
    <p:sldId id="638" r:id="rId2"/>
    <p:sldId id="639" r:id="rId2"/>
    <p:sldId id="640" r:id="rId2"/>
    <p:sldId id="641" r:id="rId2"/>
    <p:sldId id="642" r:id="rId2"/>
    <p:sldId id="643" r:id="rId2"/>
    <p:sldId id="644" r:id="rId2"/>
    <p:sldId id="645" r:id="rId2"/>
    <p:sldId id="646" r:id="rId2"/>
    <p:sldId id="647" r:id="rId2"/>
    <p:sldId id="648" r:id="rId2"/>
    <p:sldId id="649" r:id="rId2"/>
    <p:sldId id="650" r:id="rId2"/>
    <p:sldId id="651" r:id="rId2"/>
    <p:sldId id="652" r:id="rId2"/>
    <p:sldId id="653" r:id="rId2"/>
    <p:sldId id="654" r:id="rId2"/>
    <p:sldId id="655" r:id="rId2"/>
    <p:sldId id="656" r:id="rId2"/>
    <p:sldId id="657" r:id="rId2"/>
    <p:sldId id="658" r:id="rId2"/>
    <p:sldId id="659" r:id="rId2"/>
    <p:sldId id="660" r:id="rId2"/>
    <p:sldId id="661" r:id="rId2"/>
    <p:sldId id="662" r:id="rId2"/>
    <p:sldId id="663" r:id="rId2"/>
    <p:sldId id="664" r:id="rId2"/>
    <p:sldId id="665" r:id="rId2"/>
    <p:sldId id="666" r:id="rId2"/>
    <p:sldId id="667" r:id="rId2"/>
    <p:sldId id="668" r:id="rId2"/>
    <p:sldId id="669" r:id="rId2"/>
    <p:sldId id="670" r:id="rId2"/>
    <p:sldId id="671" r:id="rId2"/>
    <p:sldId id="672" r:id="rId2"/>
    <p:sldId id="673" r:id="rId2"/>
    <p:sldId id="674" r:id="rId2"/>
    <p:sldId id="675" r:id="rId2"/>
    <p:sldId id="676" r:id="rId2"/>
    <p:sldId id="677" r:id="rId2"/>
    <p:sldId id="678" r:id="rId2"/>
    <p:sldId id="679" r:id="rId2"/>
    <p:sldId id="680" r:id="rId2"/>
    <p:sldId id="681" r:id="rId2"/>
    <p:sldId id="682" r:id="rId2"/>
    <p:sldId id="683" r:id="rId2"/>
    <p:sldId id="684" r:id="rId2"/>
    <p:sldId id="685" r:id="rId2"/>
    <p:sldId id="686" r:id="rId2"/>
    <p:sldId id="687" r:id="rId2"/>
    <p:sldId id="688" r:id="rId2"/>
    <p:sldId id="689" r:id="rId2"/>
    <p:sldId id="690" r:id="rId2"/>
    <p:sldId id="691" r:id="rId2"/>
    <p:sldId id="692" r:id="rId2"/>
    <p:sldId id="693" r:id="rId2"/>
    <p:sldId id="694" r:id="rId2"/>
    <p:sldId id="695" r:id="rId2"/>
    <p:sldId id="696" r:id="rId2"/>
    <p:sldId id="697" r:id="rId2"/>
    <p:sldId id="698" r:id="rId2"/>
    <p:sldId id="699" r:id="rId2"/>
    <p:sldId id="700" r:id="rId2"/>
    <p:sldId id="701" r:id="rId2"/>
    <p:sldId id="702" r:id="rId2"/>
    <p:sldId id="703" r:id="rId2"/>
    <p:sldId id="704" r:id="rId2"/>
    <p:sldId id="705" r:id="rId2"/>
    <p:sldId id="706" r:id="rId2"/>
    <p:sldId id="707" r:id="rId2"/>
    <p:sldId id="708" r:id="rId2"/>
    <p:sldId id="709" r:id="rId2"/>
    <p:sldId id="710" r:id="rId2"/>
    <p:sldId id="711" r:id="rId2"/>
    <p:sldId id="712" r:id="rId2"/>
    <p:sldId id="713" r:id="rId2"/>
    <p:sldId id="714" r:id="rId2"/>
    <p:sldId id="715" r:id="rId2"/>
    <p:sldId id="716" r:id="rId2"/>
    <p:sldId id="717" r:id="rId2"/>
    <p:sldId id="718" r:id="rId2"/>
    <p:sldId id="719" r:id="rId2"/>
    <p:sldId id="720" r:id="rId2"/>
    <p:sldId id="721" r:id="rId2"/>
    <p:sldId id="722" r:id="rId2"/>
    <p:sldId id="723" r:id="rId2"/>
    <p:sldId id="724" r:id="rId2"/>
    <p:sldId id="725" r:id="rId2"/>
    <p:sldId id="726" r:id="rId2"/>
    <p:sldId id="727" r:id="rId2"/>
    <p:sldId id="728" r:id="rId2"/>
    <p:sldId id="729" r:id="rId2"/>
    <p:sldId id="730" r:id="rId2"/>
    <p:sldId id="731" r:id="rId2"/>
    <p:sldId id="732" r:id="rId2"/>
    <p:sldId id="733" r:id="rId2"/>
    <p:sldId id="734" r:id="rId2"/>
    <p:sldId id="735" r:id="rId2"/>
    <p:sldId id="736" r:id="rId2"/>
    <p:sldId id="737" r:id="rId2"/>
    <p:sldId id="738" r:id="rId2"/>
    <p:sldId id="739" r:id="rId2"/>
    <p:sldId id="740" r:id="rId2"/>
    <p:sldId id="741" r:id="rId2"/>
    <p:sldId id="742" r:id="rId2"/>
    <p:sldId id="743" r:id="rId2"/>
    <p:sldId id="744" r:id="rId2"/>
    <p:sldId id="745" r:id="rId2"/>
    <p:sldId id="746" r:id="rId2"/>
    <p:sldId id="747" r:id="rId2"/>
    <p:sldId id="748" r:id="rId2"/>
    <p:sldId id="749" r:id="rId2"/>
    <p:sldId id="750" r:id="rId2"/>
    <p:sldId id="751" r:id="rId2"/>
    <p:sldId id="752" r:id="rId2"/>
    <p:sldId id="753" r:id="rId2"/>
    <p:sldId id="754" r:id="rId2"/>
    <p:sldId id="755" r:id="rId2"/>
    <p:sldId id="756" r:id="rId2"/>
    <p:sldId id="757" r:id="rId2"/>
    <p:sldId id="758" r:id="rId2"/>
    <p:sldId id="759" r:id="rId2"/>
    <p:sldId id="760" r:id="rId2"/>
    <p:sldId id="761" r:id="rId2"/>
    <p:sldId id="762" r:id="rId2"/>
    <p:sldId id="763" r:id="rId2"/>
    <p:sldId id="764" r:id="rId2"/>
    <p:sldId id="765" r:id="rId2"/>
    <p:sldId id="766" r:id="rId2"/>
    <p:sldId id="767" r:id="rId2"/>
    <p:sldId id="768" r:id="rId2"/>
    <p:sldId id="769" r:id="rId2"/>
    <p:sldId id="770" r:id="rId2"/>
    <p:sldId id="771" r:id="rId2"/>
    <p:sldId id="772" r:id="rId2"/>
    <p:sldId id="773" r:id="rId2"/>
    <p:sldId id="774" r:id="rId2"/>
    <p:sldId id="775" r:id="rId2"/>
    <p:sldId id="776" r:id="rId2"/>
    <p:sldId id="777" r:id="rId2"/>
    <p:sldId id="778" r:id="rId2"/>
    <p:sldId id="779" r:id="rId2"/>
    <p:sldId id="780" r:id="rId2"/>
    <p:sldId id="781" r:id="rId2"/>
    <p:sldId id="782" r:id="rId2"/>
    <p:sldId id="783" r:id="rId2"/>
    <p:sldId id="784" r:id="rId2"/>
    <p:sldId id="785" r:id="rId2"/>
    <p:sldId id="786" r:id="rId2"/>
    <p:sldId id="787" r:id="rId2"/>
    <p:sldId id="788" r:id="rId2"/>
    <p:sldId id="789" r:id="rId2"/>
    <p:sldId id="790" r:id="rId2"/>
    <p:sldId id="791" r:id="rId2"/>
    <p:sldId id="792" r:id="rId2"/>
    <p:sldId id="793" r:id="rId2"/>
    <p:sldId id="794" r:id="rId2"/>
    <p:sldId id="795" r:id="rId2"/>
    <p:sldId id="796" r:id="rId2"/>
    <p:sldId id="797" r:id="rId2"/>
    <p:sldId id="798" r:id="rId2"/>
    <p:sldId id="799" r:id="rId2"/>
    <p:sldId id="800" r:id="rId2"/>
    <p:sldId id="801" r:id="rId2"/>
    <p:sldId id="802" r:id="rId2"/>
    <p:sldId id="803" r:id="rId2"/>
    <p:sldId id="804" r:id="rId2"/>
    <p:sldId id="805" r:id="rId2"/>
    <p:sldId id="806" r:id="rId2"/>
    <p:sldId id="807" r:id="rId2"/>
    <p:sldId id="808" r:id="rId2"/>
    <p:sldId id="809" r:id="rId2"/>
    <p:sldId id="810" r:id="rId2"/>
    <p:sldId id="811" r:id="rId2"/>
    <p:sldId id="812" r:id="rId2"/>
    <p:sldId id="813" r:id="rId2"/>
    <p:sldId id="814" r:id="rId2"/>
    <p:sldId id="815" r:id="rId2"/>
    <p:sldId id="816" r:id="rId2"/>
    <p:sldId id="817" r:id="rId2"/>
    <p:sldId id="818" r:id="rId2"/>
    <p:sldId id="819" r:id="rId2"/>
    <p:sldId id="820" r:id="rId2"/>
    <p:sldId id="821" r:id="rId2"/>
    <p:sldId id="822" r:id="rId2"/>
    <p:sldId id="823" r:id="rId2"/>
    <p:sldId id="824" r:id="rId2"/>
    <p:sldId id="825" r:id="rId2"/>
    <p:sldId id="826" r:id="rId2"/>
    <p:sldId id="827" r:id="rId2"/>
    <p:sldId id="828" r:id="rId2"/>
    <p:sldId id="829" r:id="rId2"/>
    <p:sldId id="830" r:id="rId2"/>
    <p:sldId id="831" r:id="rId2"/>
    <p:sldId id="832" r:id="rId2"/>
    <p:sldId id="833" r:id="rId2"/>
    <p:sldId id="834" r:id="rId2"/>
    <p:sldId id="835" r:id="rId2"/>
    <p:sldId id="836" r:id="rId2"/>
    <p:sldId id="837" r:id="rId2"/>
    <p:sldId id="838" r:id="rId2"/>
    <p:sldId id="839" r:id="rId2"/>
    <p:sldId id="840" r:id="rId2"/>
    <p:sldId id="841" r:id="rId2"/>
    <p:sldId id="842" r:id="rId2"/>
    <p:sldId id="843" r:id="rId2"/>
    <p:sldId id="844" r:id="rId2"/>
    <p:sldId id="845" r:id="rId2"/>
    <p:sldId id="846" r:id="rId2"/>
    <p:sldId id="847" r:id="rId2"/>
    <p:sldId id="848" r:id="rId2"/>
    <p:sldId id="849" r:id="rId2"/>
    <p:sldId id="850" r:id="rId2"/>
    <p:sldId id="851" r:id="rId2"/>
    <p:sldId id="852" r:id="rId2"/>
    <p:sldId id="853" r:id="rId2"/>
    <p:sldId id="854" r:id="rId2"/>
    <p:sldId id="855" r:id="rId2"/>
    <p:sldId id="856" r:id="rId2"/>
    <p:sldId id="857" r:id="rId2"/>
    <p:sldId id="858" r:id="rId2"/>
    <p:sldId id="859" r:id="rId2"/>
    <p:sldId id="860" r:id="rId2"/>
    <p:sldId id="861" r:id="rId2"/>
    <p:sldId id="862" r:id="rId2"/>
    <p:sldId id="863" r:id="rId2"/>
    <p:sldId id="864" r:id="rId2"/>
    <p:sldId id="865" r:id="rId2"/>
    <p:sldId id="866" r:id="rId2"/>
    <p:sldId id="867" r:id="rId2"/>
    <p:sldId id="868" r:id="rId2"/>
    <p:sldId id="869" r:id="rId2"/>
    <p:sldId id="870" r:id="rId2"/>
    <p:sldId id="871" r:id="rId2"/>
    <p:sldId id="872" r:id="rId2"/>
    <p:sldId id="873" r:id="rId2"/>
    <p:sldId id="874" r:id="rId2"/>
    <p:sldId id="875" r:id="rId2"/>
    <p:sldId id="876" r:id="rId2"/>
    <p:sldId id="877" r:id="rId2"/>
    <p:sldId id="878" r:id="rId2"/>
    <p:sldId id="879" r:id="rId2"/>
    <p:sldId id="880" r:id="rId2"/>
    <p:sldId id="881" r:id="rId2"/>
    <p:sldId id="882" r:id="rId2"/>
    <p:sldId id="883" r:id="rId2"/>
    <p:sldId id="884" r:id="rId2"/>
    <p:sldId id="885" r:id="rId2"/>
    <p:sldId id="886" r:id="rId2"/>
    <p:sldId id="887" r:id="rId2"/>
    <p:sldId id="888" r:id="rId2"/>
    <p:sldId id="889" r:id="rId2"/>
    <p:sldId id="890" r:id="rId2"/>
    <p:sldId id="891" r:id="rId2"/>
    <p:sldId id="892" r:id="rId2"/>
    <p:sldId id="893" r:id="rId2"/>
    <p:sldId id="894" r:id="rId2"/>
    <p:sldId id="895" r:id="rId2"/>
    <p:sldId id="896" r:id="rId2"/>
    <p:sldId id="897" r:id="rId2"/>
    <p:sldId id="898" r:id="rId2"/>
    <p:sldId id="899" r:id="rId2"/>
    <p:sldId id="900" r:id="rId2"/>
    <p:sldId id="901" r:id="rId2"/>
    <p:sldId id="902" r:id="rId2"/>
    <p:sldId id="903" r:id="rId2"/>
    <p:sldId id="904" r:id="rId2"/>
    <p:sldId id="905" r:id="rId2"/>
    <p:sldId id="906" r:id="rId2"/>
    <p:sldId id="907" r:id="rId2"/>
    <p:sldId id="908" r:id="rId2"/>
    <p:sldId id="909" r:id="rId2"/>
    <p:sldId id="910" r:id="rId2"/>
    <p:sldId id="911" r:id="rId2"/>
    <p:sldId id="912" r:id="rId2"/>
    <p:sldId id="913" r:id="rId2"/>
    <p:sldId id="914" r:id="rId2"/>
    <p:sldId id="915" r:id="rId2"/>
    <p:sldId id="916" r:id="rId2"/>
    <p:sldId id="917" r:id="rId2"/>
    <p:sldId id="918" r:id="rId2"/>
    <p:sldId id="919" r:id="rId2"/>
    <p:sldId id="920" r:id="rId2"/>
    <p:sldId id="921" r:id="rId2"/>
    <p:sldId id="922" r:id="rId2"/>
    <p:sldId id="923" r:id="rId2"/>
    <p:sldId id="924" r:id="rId2"/>
    <p:sldId id="925" r:id="rId2"/>
    <p:sldId id="926" r:id="rId2"/>
    <p:sldId id="927" r:id="rId2"/>
    <p:sldId id="928" r:id="rId2"/>
    <p:sldId id="929" r:id="rId2"/>
    <p:sldId id="930" r:id="rId2"/>
    <p:sldId id="931" r:id="rId2"/>
    <p:sldId id="932" r:id="rId2"/>
    <p:sldId id="933" r:id="rId2"/>
    <p:sldId id="934" r:id="rId2"/>
    <p:sldId id="935" r:id="rId2"/>
    <p:sldId id="936" r:id="rId2"/>
    <p:sldId id="937" r:id="rId2"/>
    <p:sldId id="938" r:id="rId2"/>
    <p:sldId id="939" r:id="rId2"/>
    <p:sldId id="940" r:id="rId2"/>
    <p:sldId id="941" r:id="rId2"/>
    <p:sldId id="942" r:id="rId2"/>
    <p:sldId id="943" r:id="rId2"/>
    <p:sldId id="944" r:id="rId2"/>
    <p:sldId id="945" r:id="rId2"/>
    <p:sldId id="946" r:id="rId2"/>
    <p:sldId id="947" r:id="rId2"/>
    <p:sldId id="948" r:id="rId2"/>
    <p:sldId id="949" r:id="rId2"/>
    <p:sldId id="950" r:id="rId2"/>
    <p:sldId id="951" r:id="rId2"/>
    <p:sldId id="952" r:id="rId2"/>
    <p:sldId id="953" r:id="rId2"/>
    <p:sldId id="954" r:id="rId2"/>
    <p:sldId id="955" r:id="rId2"/>
    <p:sldId id="956" r:id="rId2"/>
    <p:sldId id="957" r:id="rId2"/>
    <p:sldId id="958" r:id="rId2"/>
    <p:sldId id="959" r:id="rId2"/>
    <p:sldId id="960" r:id="rId2"/>
    <p:sldId id="961" r:id="rId2"/>
    <p:sldId id="962" r:id="rId2"/>
    <p:sldId id="963" r:id="rId2"/>
    <p:sldId id="964" r:id="rId2"/>
    <p:sldId id="965" r:id="rId2"/>
    <p:sldId id="966" r:id="rId2"/>
    <p:sldId id="967" r:id="rId2"/>
    <p:sldId id="968" r:id="rId2"/>
    <p:sldId id="969" r:id="rId2"/>
    <p:sldId id="970" r:id="rId2"/>
    <p:sldId id="971" r:id="rId2"/>
    <p:sldId id="972" r:id="rId2"/>
    <p:sldId id="973" r:id="rId2"/>
    <p:sldId id="974" r:id="rId2"/>
    <p:sldId id="975" r:id="rId2"/>
    <p:sldId id="976" r:id="rId2"/>
    <p:sldId id="977" r:id="rId2"/>
    <p:sldId id="978" r:id="rId2"/>
    <p:sldId id="979" r:id="rId2"/>
    <p:sldId id="980" r:id="rId2"/>
    <p:sldId id="981" r:id="rId2"/>
    <p:sldId id="982" r:id="rId2"/>
    <p:sldId id="983" r:id="rId2"/>
    <p:sldId id="984" r:id="rId2"/>
    <p:sldId id="985" r:id="rId2"/>
    <p:sldId id="986" r:id="rId2"/>
    <p:sldId id="987" r:id="rId2"/>
    <p:sldId id="988" r:id="rId2"/>
    <p:sldId id="989" r:id="rId2"/>
    <p:sldId id="990" r:id="rId2"/>
    <p:sldId id="991" r:id="rId2"/>
    <p:sldId id="992" r:id="rId2"/>
    <p:sldId id="993" r:id="rId2"/>
    <p:sldId id="994" r:id="rId2"/>
    <p:sldId id="995" r:id="rId2"/>
    <p:sldId id="996" r:id="rId2"/>
    <p:sldId id="997" r:id="rId2"/>
    <p:sldId id="998" r:id="rId2"/>
    <p:sldId id="999" r:id="rId2"/>
    <p:sldId id="1000" r:id="rId2"/>
    <p:sldId id="1001" r:id="rId2"/>
    <p:sldId id="1002" r:id="rId2"/>
    <p:sldId id="1003" r:id="rId2"/>
    <p:sldId id="1004" r:id="rId2"/>
    <p:sldId id="1005" r:id="rId2"/>
    <p:sldId id="1006" r:id="rId2"/>
    <p:sldId id="1007" r:id="rId2"/>
    <p:sldId id="1008" r:id="rId2"/>
    <p:sldId id="1009" r:id="rId2"/>
    <p:sldId id="1010" r:id="rId2"/>
    <p:sldId id="1011" r:id="rId2"/>
    <p:sldId id="1012" r:id="rId2"/>
    <p:sldId id="1013" r:id="rId2"/>
    <p:sldId id="1014" r:id="rId2"/>
    <p:sldId id="1015" r:id="rId2"/>
    <p:sldId id="1016" r:id="rId2"/>
    <p:sldId id="1017" r:id="rId2"/>
    <p:sldId id="1018" r:id="rId2"/>
    <p:sldId id="1019" r:id="rId2"/>
    <p:sldId id="1020" r:id="rId2"/>
    <p:sldId id="1021" r:id="rId2"/>
    <p:sldId id="1022" r:id="rId2"/>
    <p:sldId id="1023" r:id="rId2"/>
    <p:sldId id="1024" r:id="rId2"/>
    <p:sldId id="1025" r:id="rId2"/>
    <p:sldId id="1026" r:id="rId2"/>
    <p:sldId id="1027" r:id="rId2"/>
    <p:sldId id="1028" r:id="rId2"/>
    <p:sldId id="1029" r:id="rId2"/>
    <p:sldId id="1030" r:id="rId2"/>
    <p:sldId id="1031" r:id="rId2"/>
    <p:sldId id="1032" r:id="rId2"/>
    <p:sldId id="1033" r:id="rId2"/>
    <p:sldId id="1034" r:id="rId2"/>
    <p:sldId id="1035" r:id="rId2"/>
    <p:sldId id="1036" r:id="rId2"/>
    <p:sldId id="1037" r:id="rId2"/>
    <p:sldId id="1038" r:id="rId2"/>
    <p:sldId id="1039" r:id="rId2"/>
    <p:sldId id="1040" r:id="rId2"/>
    <p:sldId id="1041" r:id="rId2"/>
    <p:sldId id="1042" r:id="rId2"/>
    <p:sldId id="1043" r:id="rId2"/>
    <p:sldId id="1044" r:id="rId2"/>
    <p:sldId id="1045" r:id="rId2"/>
    <p:sldId id="1046" r:id="rId2"/>
    <p:sldId id="1047" r:id="rId2"/>
    <p:sldId id="1048" r:id="rId2"/>
    <p:sldId id="1049" r:id="rId2"/>
    <p:sldId id="1050" r:id="rId2"/>
    <p:sldId id="1051" r:id="rId2"/>
    <p:sldId id="1052" r:id="rId2"/>
    <p:sldId id="1053" r:id="rId2"/>
    <p:sldId id="1054" r:id="rId2"/>
    <p:sldId id="1055" r:id="rId2"/>
    <p:sldId id="1056" r:id="rId2"/>
    <p:sldId id="1057" r:id="rId2"/>
    <p:sldId id="1058" r:id="rId2"/>
    <p:sldId id="1059" r:id="rId2"/>
    <p:sldId id="1060" r:id="rId2"/>
    <p:sldId id="1061" r:id="rId2"/>
    <p:sldId id="1062" r:id="rId2"/>
    <p:sldId id="1063" r:id="rId2"/>
    <p:sldId id="1064" r:id="rId2"/>
    <p:sldId id="1065" r:id="rId2"/>
    <p:sldId id="1066" r:id="rId2"/>
    <p:sldId id="1067" r:id="rId2"/>
    <p:sldId id="1068" r:id="rId2"/>
    <p:sldId id="1069" r:id="rId2"/>
    <p:sldId id="1070" r:id="rId2"/>
    <p:sldId id="1071" r:id="rId2"/>
    <p:sldId id="1072" r:id="rId2"/>
    <p:sldId id="1073" r:id="rId2"/>
    <p:sldId id="1074" r:id="rId2"/>
    <p:sldId id="1075" r:id="rId2"/>
    <p:sldId id="1076" r:id="rId2"/>
    <p:sldId id="1077" r:id="rId2"/>
    <p:sldId id="1078" r:id="rId2"/>
    <p:sldId id="1079" r:id="rId2"/>
    <p:sldId id="1080" r:id="rId2"/>
    <p:sldId id="1081" r:id="rId2"/>
    <p:sldId id="1082" r:id="rId2"/>
    <p:sldId id="1083" r:id="rId2"/>
    <p:sldId id="1084" r:id="rId2"/>
    <p:sldId id="1085" r:id="rId2"/>
    <p:sldId id="1086" r:id="rId2"/>
    <p:sldId id="1087" r:id="rId2"/>
    <p:sldId id="1088" r:id="rId2"/>
    <p:sldId id="1089" r:id="rId2"/>
    <p:sldId id="1090" r:id="rId2"/>
    <p:sldId id="1091" r:id="rId2"/>
    <p:sldId id="1092" r:id="rId2"/>
    <p:sldId id="1093" r:id="rId2"/>
    <p:sldId id="1094" r:id="rId2"/>
    <p:sldId id="1095" r:id="rId2"/>
    <p:sldId id="1096" r:id="rId2"/>
    <p:sldId id="1097" r:id="rId2"/>
    <p:sldId id="1098" r:id="rId2"/>
    <p:sldId id="1099" r:id="rId2"/>
    <p:sldId id="1100" r:id="rId2"/>
    <p:sldId id="1101" r:id="rId2"/>
    <p:sldId id="1102" r:id="rId2"/>
    <p:sldId id="1103" r:id="rId2"/>
    <p:sldId id="1104" r:id="rId2"/>
    <p:sldId id="1105" r:id="rId2"/>
    <p:sldId id="1106" r:id="rId2"/>
    <p:sldId id="1107" r:id="rId2"/>
    <p:sldId id="1108" r:id="rId2"/>
    <p:sldId id="1109" r:id="rId2"/>
    <p:sldId id="1110" r:id="rId2"/>
    <p:sldId id="1111" r:id="rId2"/>
    <p:sldId id="1112" r:id="rId2"/>
    <p:sldId id="1113" r:id="rId2"/>
    <p:sldId id="1114" r:id="rId2"/>
    <p:sldId id="1115" r:id="rId2"/>
    <p:sldId id="1116" r:id="rId2"/>
    <p:sldId id="1117" r:id="rId2"/>
    <p:sldId id="1118" r:id="rId2"/>
    <p:sldId id="1119" r:id="rId2"/>
    <p:sldId id="1120" r:id="rId2"/>
    <p:sldId id="1121" r:id="rId2"/>
    <p:sldId id="1122" r:id="rId2"/>
    <p:sldId id="1123" r:id="rId2"/>
    <p:sldId id="1124" r:id="rId2"/>
    <p:sldId id="1125" r:id="rId2"/>
    <p:sldId id="1126" r:id="rId2"/>
    <p:sldId id="1127" r:id="rId2"/>
    <p:sldId id="1128" r:id="rId2"/>
    <p:sldId id="1129" r:id="rId2"/>
    <p:sldId id="1130" r:id="rId2"/>
    <p:sldId id="1131" r:id="rId2"/>
    <p:sldId id="1132" r:id="rId2"/>
    <p:sldId id="1133" r:id="rId2"/>
    <p:sldId id="1134" r:id="rId2"/>
    <p:sldId id="1135" r:id="rId2"/>
    <p:sldId id="1136" r:id="rId2"/>
    <p:sldId id="1137" r:id="rId2"/>
    <p:sldId id="1138" r:id="rId2"/>
    <p:sldId id="1139" r:id="rId2"/>
    <p:sldId id="1140" r:id="rId2"/>
    <p:sldId id="1141" r:id="rId2"/>
    <p:sldId id="1142" r:id="rId2"/>
    <p:sldId id="1143" r:id="rId2"/>
    <p:sldId id="1144" r:id="rId2"/>
    <p:sldId id="1145" r:id="rId2"/>
    <p:sldId id="1146" r:id="rId2"/>
    <p:sldId id="1147" r:id="rId2"/>
    <p:sldId id="1148" r:id="rId2"/>
    <p:sldId id="1149" r:id="rId2"/>
    <p:sldId id="1150" r:id="rId2"/>
    <p:sldId id="1151" r:id="rId2"/>
    <p:sldId id="1152" r:id="rId2"/>
    <p:sldId id="1153" r:id="rId2"/>
    <p:sldId id="1154" r:id="rId2"/>
    <p:sldId id="1155" r:id="rId2"/>
    <p:sldId id="1156" r:id="rId2"/>
    <p:sldId id="1157" r:id="rId2"/>
    <p:sldId id="1158" r:id="rId2"/>
    <p:sldId id="1159" r:id="rId2"/>
    <p:sldId id="1160" r:id="rId2"/>
    <p:sldId id="1161" r:id="rId2"/>
    <p:sldId id="1162" r:id="rId2"/>
    <p:sldId id="1163" r:id="rId2"/>
    <p:sldId id="1164" r:id="rId2"/>
    <p:sldId id="1165" r:id="rId2"/>
    <p:sldId id="1166" r:id="rId2"/>
    <p:sldId id="1167" r:id="rId2"/>
    <p:sldId id="1168" r:id="rId2"/>
    <p:sldId id="1169" r:id="rId2"/>
    <p:sldId id="1170" r:id="rId2"/>
    <p:sldId id="1171" r:id="rId2"/>
    <p:sldId id="1172" r:id="rId2"/>
    <p:sldId id="1173" r:id="rId2"/>
    <p:sldId id="1174" r:id="rId2"/>
    <p:sldId id="1175" r:id="rId2"/>
    <p:sldId id="1176" r:id="rId2"/>
    <p:sldId id="1177" r:id="rId2"/>
    <p:sldId id="1178" r:id="rId2"/>
    <p:sldId id="1179" r:id="rId2"/>
    <p:sldId id="1180" r:id="rId2"/>
    <p:sldId id="1181" r:id="rId2"/>
    <p:sldId id="1182" r:id="rId2"/>
    <p:sldId id="1183" r:id="rId2"/>
    <p:sldId id="1184" r:id="rId2"/>
    <p:sldId id="1185" r:id="rId2"/>
    <p:sldId id="1186" r:id="rId2"/>
    <p:sldId id="1187" r:id="rId2"/>
    <p:sldId id="1188" r:id="rId2"/>
    <p:sldId id="1189" r:id="rId2"/>
    <p:sldId id="1190" r:id="rId2"/>
    <p:sldId id="1191" r:id="rId2"/>
    <p:sldId id="1192" r:id="rId2"/>
    <p:sldId id="1193" r:id="rId2"/>
    <p:sldId id="1194" r:id="rId2"/>
    <p:sldId id="1195" r:id="rId2"/>
    <p:sldId id="1196" r:id="rId2"/>
    <p:sldId id="1197" r:id="rId2"/>
    <p:sldId id="1198" r:id="rId2"/>
    <p:sldId id="1199" r:id="rId2"/>
    <p:sldId id="1200" r:id="rId2"/>
    <p:sldId id="1201" r:id="rId2"/>
    <p:sldId id="1202" r:id="rId2"/>
    <p:sldId id="1203" r:id="rId2"/>
    <p:sldId id="1204" r:id="rId2"/>
    <p:sldId id="1205" r:id="rId2"/>
    <p:sldId id="1206" r:id="rId2"/>
    <p:sldId id="1207" r:id="rId2"/>
    <p:sldId id="1208" r:id="rId2"/>
    <p:sldId id="1209" r:id="rId2"/>
    <p:sldId id="1210" r:id="rId2"/>
    <p:sldId id="1211" r:id="rId2"/>
    <p:sldId id="1212" r:id="rId2"/>
    <p:sldId id="1213" r:id="rId2"/>
    <p:sldId id="1214" r:id="rId2"/>
    <p:sldId id="1215" r:id="rId2"/>
    <p:sldId id="1216" r:id="rId2"/>
    <p:sldId id="1217" r:id="rId2"/>
    <p:sldId id="1218" r:id="rId2"/>
    <p:sldId id="1219" r:id="rId2"/>
    <p:sldId id="1220" r:id="rId2"/>
    <p:sldId id="1221" r:id="rId2"/>
    <p:sldId id="1222" r:id="rId2"/>
    <p:sldId id="1223" r:id="rId2"/>
    <p:sldId id="1224" r:id="rId2"/>
    <p:sldId id="1225" r:id="rId2"/>
    <p:sldId id="1226" r:id="rId2"/>
    <p:sldId id="1227" r:id="rId2"/>
    <p:sldId id="1228" r:id="rId2"/>
    <p:sldId id="1229" r:id="rId2"/>
    <p:sldId id="1230" r:id="rId2"/>
    <p:sldId id="1231" r:id="rId2"/>
    <p:sldId id="1232" r:id="rId2"/>
    <p:sldId id="1233" r:id="rId2"/>
    <p:sldId id="1234" r:id="rId2"/>
    <p:sldId id="1235" r:id="rId2"/>
    <p:sldId id="1236" r:id="rId2"/>
    <p:sldId id="1237" r:id="rId2"/>
    <p:sldId id="1238" r:id="rId2"/>
    <p:sldId id="1239" r:id="rId2"/>
    <p:sldId id="1240" r:id="rId2"/>
    <p:sldId id="1241" r:id="rId2"/>
    <p:sldId id="1242" r:id="rId2"/>
    <p:sldId id="1243" r:id="rId2"/>
    <p:sldId id="1244" r:id="rId2"/>
    <p:sldId id="1245" r:id="rId2"/>
    <p:sldId id="1246" r:id="rId2"/>
    <p:sldId id="1247" r:id="rId2"/>
    <p:sldId id="1248" r:id="rId2"/>
    <p:sldId id="1249" r:id="rId2"/>
    <p:sldId id="1250" r:id="rId2"/>
    <p:sldId id="1251" r:id="rId2"/>
    <p:sldId id="1252" r:id="rId2"/>
    <p:sldId id="1253" r:id="rId2"/>
    <p:sldId id="1254" r:id="rId2"/>
    <p:sldId id="1255" r:id="rId2"/>
    <p:sldId id="1256" r:id="rId2"/>
    <p:sldId id="1257" r:id="rId2"/>
    <p:sldId id="1258" r:id="rId2"/>
    <p:sldId id="1259" r:id="rId2"/>
    <p:sldId id="1260" r:id="rId2"/>
    <p:sldId id="1261" r:id="rId2"/>
    <p:sldId id="1262" r:id="rId2"/>
    <p:sldId id="1263" r:id="rId2"/>
    <p:sldId id="1264" r:id="rId2"/>
    <p:sldId id="1265" r:id="rId2"/>
    <p:sldId id="1266" r:id="rId2"/>
    <p:sldId id="1267" r:id="rId2"/>
    <p:sldId id="1268" r:id="rId2"/>
    <p:sldId id="1269" r:id="rId2"/>
    <p:sldId id="1270" r:id="rId2"/>
    <p:sldId id="1271" r:id="rId2"/>
    <p:sldId id="1272" r:id="rId2"/>
    <p:sldId id="1273" r:id="rId2"/>
    <p:sldId id="1274" r:id="rId2"/>
    <p:sldId id="1275" r:id="rId2"/>
    <p:sldId id="1276" r:id="rId2"/>
    <p:sldId id="1277" r:id="rId2"/>
    <p:sldId id="1278" r:id="rId2"/>
    <p:sldId id="1279" r:id="rId2"/>
    <p:sldId id="1280" r:id="rId2"/>
    <p:sldId id="1281" r:id="rId2"/>
    <p:sldId id="1282" r:id="rId2"/>
    <p:sldId id="1283" r:id="rId2"/>
    <p:sldId id="1284" r:id="rId2"/>
    <p:sldId id="1285" r:id="rId2"/>
    <p:sldId id="1286" r:id="rId2"/>
    <p:sldId id="1287" r:id="rId2"/>
    <p:sldId id="1288" r:id="rId2"/>
    <p:sldId id="1289" r:id="rId2"/>
    <p:sldId id="1290" r:id="rId2"/>
    <p:sldId id="1291" r:id="rId2"/>
    <p:sldId id="1292" r:id="rId2"/>
    <p:sldId id="1293" r:id="rId2"/>
    <p:sldId id="1294" r:id="rId2"/>
    <p:sldId id="1295" r:id="rId2"/>
    <p:sldId id="1296" r:id="rId2"/>
    <p:sldId id="1297" r:id="rId2"/>
    <p:sldId id="1298" r:id="rId2"/>
    <p:sldId id="1299" r:id="rId2"/>
    <p:sldId id="1300" r:id="rId2"/>
    <p:sldId id="1301" r:id="rId2"/>
    <p:sldId id="1302" r:id="rId2"/>
    <p:sldId id="1303" r:id="rId2"/>
    <p:sldId id="1304" r:id="rId2"/>
    <p:sldId id="1305" r:id="rId2"/>
    <p:sldId id="1306" r:id="rId2"/>
    <p:sldId id="1307" r:id="rId2"/>
    <p:sldId id="1308" r:id="rId2"/>
    <p:sldId id="1309" r:id="rId2"/>
    <p:sldId id="1310" r:id="rId2"/>
    <p:sldId id="1311" r:id="rId2"/>
    <p:sldId id="1312" r:id="rId2"/>
    <p:sldId id="1313" r:id="rId2"/>
    <p:sldId id="1314" r:id="rId2"/>
    <p:sldId id="1315" r:id="rId2"/>
    <p:sldId id="1316" r:id="rId2"/>
    <p:sldId id="1317" r:id="rId2"/>
    <p:sldId id="1318" r:id="rId2"/>
    <p:sldId id="1319" r:id="rId2"/>
    <p:sldId id="1320" r:id="rId2"/>
    <p:sldId id="1321" r:id="rId2"/>
    <p:sldId id="1322" r:id="rId2"/>
    <p:sldId id="1323" r:id="rId2"/>
    <p:sldId id="1324" r:id="rId2"/>
    <p:sldId id="1325" r:id="rId2"/>
    <p:sldId id="1326" r:id="rId2"/>
    <p:sldId id="1327" r:id="rId2"/>
    <p:sldId id="1328" r:id="rId2"/>
    <p:sldId id="1329" r:id="rId2"/>
    <p:sldId id="1330" r:id="rId2"/>
    <p:sldId id="1331" r:id="rId2"/>
    <p:sldId id="1332" r:id="rId2"/>
    <p:sldId id="1333" r:id="rId2"/>
    <p:sldId id="1334" r:id="rId2"/>
    <p:sldId id="1335" r:id="rId2"/>
    <p:sldId id="1336" r:id="rId2"/>
    <p:sldId id="1337" r:id="rId2"/>
    <p:sldId id="1338" r:id="rId2"/>
    <p:sldId id="1339" r:id="rId2"/>
    <p:sldId id="1340" r:id="rId2"/>
    <p:sldId id="1341" r:id="rId2"/>
    <p:sldId id="1342" r:id="rId2"/>
    <p:sldId id="1343" r:id="rId2"/>
    <p:sldId id="1344" r:id="rId2"/>
    <p:sldId id="1345" r:id="rId2"/>
    <p:sldId id="1346" r:id="rId2"/>
    <p:sldId id="1347" r:id="rId2"/>
    <p:sldId id="1348" r:id="rId2"/>
    <p:sldId id="1349" r:id="rId2"/>
    <p:sldId id="1350" r:id="rId2"/>
    <p:sldId id="1351" r:id="rId2"/>
    <p:sldId id="1352" r:id="rId2"/>
    <p:sldId id="1353" r:id="rId2"/>
    <p:sldId id="1354" r:id="rId2"/>
    <p:sldId id="1355" r:id="rId2"/>
    <p:sldId id="1356" r:id="rId2"/>
    <p:sldId id="1357" r:id="rId2"/>
    <p:sldId id="1358" r:id="rId2"/>
    <p:sldId id="1359" r:id="rId2"/>
    <p:sldId id="1360" r:id="rId2"/>
    <p:sldId id="1361" r:id="rId2"/>
    <p:sldId id="1362" r:id="rId2"/>
    <p:sldId id="1363" r:id="rId2"/>
    <p:sldId id="1364" r:id="rId2"/>
    <p:sldId id="1365" r:id="rId2"/>
    <p:sldId id="1366" r:id="rId2"/>
    <p:sldId id="1367" r:id="rId2"/>
    <p:sldId id="1368" r:id="rId2"/>
    <p:sldId id="1369" r:id="rId2"/>
    <p:sldId id="1370" r:id="rId2"/>
    <p:sldId id="1371" r:id="rId2"/>
    <p:sldId id="1372" r:id="rId2"/>
    <p:sldId id="1373" r:id="rId2"/>
    <p:sldId id="1374" r:id="rId2"/>
    <p:sldId id="1375" r:id="rId2"/>
    <p:sldId id="1376" r:id="rId2"/>
    <p:sldId id="1377" r:id="rId2"/>
    <p:sldId id="1378" r:id="rId2"/>
    <p:sldId id="1379" r:id="rId2"/>
    <p:sldId id="1380" r:id="rId2"/>
    <p:sldId id="1381" r:id="rId2"/>
    <p:sldId id="1382" r:id="rId2"/>
    <p:sldId id="1383" r:id="rId2"/>
    <p:sldId id="1384" r:id="rId2"/>
    <p:sldId id="1385" r:id="rId2"/>
    <p:sldId id="1386" r:id="rId2"/>
    <p:sldId id="1387" r:id="rId2"/>
    <p:sldId id="1388" r:id="rId2"/>
    <p:sldId id="1389" r:id="rId2"/>
    <p:sldId id="1390" r:id="rId2"/>
    <p:sldId id="1391" r:id="rId2"/>
    <p:sldId id="1392" r:id="rId2"/>
    <p:sldId id="1393" r:id="rId2"/>
    <p:sldId id="1394" r:id="rId2"/>
    <p:sldId id="1395" r:id="rId2"/>
    <p:sldId id="1396" r:id="rId2"/>
    <p:sldId id="1397" r:id="rId2"/>
    <p:sldId id="1398" r:id="rId2"/>
    <p:sldId id="1399" r:id="rId2"/>
    <p:sldId id="1400" r:id="rId2"/>
    <p:sldId id="1401" r:id="rId2"/>
    <p:sldId id="1402" r:id="rId2"/>
    <p:sldId id="1403" r:id="rId2"/>
    <p:sldId id="1404" r:id="rId2"/>
    <p:sldId id="1405" r:id="rId2"/>
    <p:sldId id="1406" r:id="rId2"/>
    <p:sldId id="1407" r:id="rId2"/>
    <p:sldId id="1408" r:id="rId2"/>
    <p:sldId id="1409" r:id="rId2"/>
    <p:sldId id="1410" r:id="rId2"/>
    <p:sldId id="1411" r:id="rId2"/>
    <p:sldId id="1412" r:id="rId2"/>
    <p:sldId id="1413" r:id="rId2"/>
    <p:sldId id="1414" r:id="rId2"/>
    <p:sldId id="1415" r:id="rId2"/>
    <p:sldId id="1416" r:id="rId2"/>
    <p:sldId id="1417" r:id="rId2"/>
    <p:sldId id="1418" r:id="rId2"/>
    <p:sldId id="1419" r:id="rId2"/>
    <p:sldId id="1420" r:id="rId2"/>
    <p:sldId id="1421" r:id="rId2"/>
    <p:sldId id="1422" r:id="rId2"/>
    <p:sldId id="1423" r:id="rId2"/>
    <p:sldId id="1424" r:id="rId2"/>
    <p:sldId id="1425" r:id="rId2"/>
    <p:sldId id="1426" r:id="rId2"/>
    <p:sldId id="1427" r:id="rId2"/>
    <p:sldId id="1428" r:id="rId2"/>
    <p:sldId id="1429" r:id="rId2"/>
    <p:sldId id="1430" r:id="rId2"/>
    <p:sldId id="1431" r:id="rId2"/>
    <p:sldId id="1432" r:id="rId2"/>
    <p:sldId id="1433" r:id="rId2"/>
    <p:sldId id="1434" r:id="rId2"/>
    <p:sldId id="1435" r:id="rId2"/>
    <p:sldId id="1436" r:id="rId2"/>
    <p:sldId id="1437" r:id="rId2"/>
    <p:sldId id="1438" r:id="rId2"/>
    <p:sldId id="1439" r:id="rId2"/>
    <p:sldId id="1440" r:id="rId2"/>
    <p:sldId id="1441" r:id="rId2"/>
    <p:sldId id="1442" r:id="rId2"/>
    <p:sldId id="1443" r:id="rId2"/>
    <p:sldId id="1444" r:id="rId2"/>
    <p:sldId id="1445" r:id="rId2"/>
    <p:sldId id="1446" r:id="rId2"/>
    <p:sldId id="1447" r:id="rId2"/>
    <p:sldId id="1448" r:id="rId2"/>
    <p:sldId id="1449" r:id="rId2"/>
    <p:sldId id="1450" r:id="rId2"/>
    <p:sldId id="1451" r:id="rId2"/>
    <p:sldId id="1452" r:id="rId2"/>
    <p:sldId id="1453" r:id="rId2"/>
    <p:sldId id="1454" r:id="rId2"/>
    <p:sldId id="1455" r:id="rId2"/>
    <p:sldId id="1456" r:id="rId2"/>
    <p:sldId id="1457" r:id="rId2"/>
    <p:sldId id="1458" r:id="rId2"/>
    <p:sldId id="1459" r:id="rId2"/>
    <p:sldId id="1460" r:id="rId2"/>
    <p:sldId id="1461" r:id="rId2"/>
    <p:sldId id="1462" r:id="rId2"/>
    <p:sldId id="1463" r:id="rId2"/>
    <p:sldId id="1464" r:id="rId2"/>
    <p:sldId id="1465" r:id="rId2"/>
    <p:sldId id="1466" r:id="rId2"/>
    <p:sldId id="1467" r:id="rId2"/>
    <p:sldId id="1468" r:id="rId2"/>
    <p:sldId id="1469" r:id="rId2"/>
    <p:sldId id="1470" r:id="rId2"/>
    <p:sldId id="1471" r:id="rId2"/>
    <p:sldId id="1472" r:id="rId2"/>
    <p:sldId id="1473" r:id="rId2"/>
    <p:sldId id="1474" r:id="rId2"/>
    <p:sldId id="1475" r:id="rId2"/>
    <p:sldId id="1476" r:id="rId2"/>
    <p:sldId id="1477" r:id="rId2"/>
    <p:sldId id="1478" r:id="rId2"/>
    <p:sldId id="1479" r:id="rId2"/>
    <p:sldId id="1480" r:id="rId2"/>
    <p:sldId id="1481" r:id="rId2"/>
    <p:sldId id="1482" r:id="rId2"/>
    <p:sldId id="1483" r:id="rId2"/>
    <p:sldId id="1484" r:id="rId2"/>
    <p:sldId id="1485" r:id="rId2"/>
    <p:sldId id="1486" r:id="rId2"/>
    <p:sldId id="1487" r:id="rId2"/>
    <p:sldId id="1488" r:id="rId2"/>
    <p:sldId id="1489" r:id="rId2"/>
    <p:sldId id="1490" r:id="rId2"/>
    <p:sldId id="1491" r:id="rId2"/>
    <p:sldId id="1492" r:id="rId2"/>
    <p:sldId id="1493" r:id="rId2"/>
    <p:sldId id="1494" r:id="rId2"/>
    <p:sldId id="1495" r:id="rId2"/>
    <p:sldId id="1496" r:id="rId2"/>
    <p:sldId id="1497" r:id="rId2"/>
    <p:sldId id="1498" r:id="rId2"/>
    <p:sldId id="1499" r:id="rId2"/>
    <p:sldId id="1500" r:id="rId2"/>
    <p:sldId id="1501" r:id="rId2"/>
    <p:sldId id="1502" r:id="rId2"/>
    <p:sldId id="1503" r:id="rId2"/>
    <p:sldId id="1504" r:id="rId2"/>
    <p:sldId id="1505" r:id="rId2"/>
    <p:sldId id="1506" r:id="rId2"/>
    <p:sldId id="1507" r:id="rId2"/>
    <p:sldId id="1508" r:id="rId2"/>
    <p:sldId id="1509" r:id="rId2"/>
    <p:sldId id="1510" r:id="rId2"/>
    <p:sldId id="1511" r:id="rId2"/>
    <p:sldId id="1512" r:id="rId2"/>
    <p:sldId id="1513" r:id="rId2"/>
    <p:sldId id="1514" r:id="rId2"/>
    <p:sldId id="1515" r:id="rId2"/>
    <p:sldId id="1516" r:id="rId2"/>
    <p:sldId id="1517" r:id="rId2"/>
    <p:sldId id="1518" r:id="rId2"/>
    <p:sldId id="1519" r:id="rId2"/>
    <p:sldId id="1520" r:id="rId2"/>
    <p:sldId id="1521" r:id="rId2"/>
    <p:sldId id="1522" r:id="rId2"/>
    <p:sldId id="1523" r:id="rId2"/>
    <p:sldId id="1524" r:id="rId2"/>
    <p:sldId id="1525" r:id="rId2"/>
    <p:sldId id="1526" r:id="rId2"/>
    <p:sldId id="1527" r:id="rId2"/>
    <p:sldId id="1528" r:id="rId2"/>
    <p:sldId id="1529" r:id="rId2"/>
    <p:sldId id="1530" r:id="rId2"/>
    <p:sldId id="1531" r:id="rId2"/>
    <p:sldId id="1532" r:id="rId2"/>
    <p:sldId id="1533" r:id="rId2"/>
    <p:sldId id="1534" r:id="rId2"/>
    <p:sldId id="1535" r:id="rId2"/>
    <p:sldId id="1536" r:id="rId2"/>
    <p:sldId id="1537" r:id="rId2"/>
    <p:sldId id="1538" r:id="rId2"/>
    <p:sldId id="1539" r:id="rId2"/>
    <p:sldId id="1540" r:id="rId2"/>
    <p:sldId id="1541" r:id="rId2"/>
    <p:sldId id="1542" r:id="rId2"/>
    <p:sldId id="1543" r:id="rId2"/>
    <p:sldId id="1544" r:id="rId2"/>
    <p:sldId id="1545" r:id="rId2"/>
    <p:sldId id="1546" r:id="rId2"/>
    <p:sldId id="1547" r:id="rId2"/>
    <p:sldId id="1548" r:id="rId2"/>
    <p:sldId id="1549" r:id="rId2"/>
    <p:sldId id="1550" r:id="rId2"/>
    <p:sldId id="1551" r:id="rId2"/>
    <p:sldId id="1552" r:id="rId2"/>
    <p:sldId id="1553" r:id="rId2"/>
    <p:sldId id="1554" r:id="rId2"/>
    <p:sldId id="1555" r:id="rId2"/>
    <p:sldId id="1556" r:id="rId2"/>
    <p:sldId id="1557" r:id="rId2"/>
    <p:sldId id="1558" r:id="rId2"/>
    <p:sldId id="1559" r:id="rId2"/>
    <p:sldId id="1560" r:id="rId2"/>
    <p:sldId id="1561" r:id="rId2"/>
    <p:sldId id="1562" r:id="rId2"/>
    <p:sldId id="1563" r:id="rId2"/>
    <p:sldId id="1564" r:id="rId2"/>
    <p:sldId id="1565" r:id="rId2"/>
    <p:sldId id="1566" r:id="rId2"/>
    <p:sldId id="1567" r:id="rId2"/>
    <p:sldId id="1568" r:id="rId2"/>
    <p:sldId id="1569" r:id="rId2"/>
    <p:sldId id="1570" r:id="rId2"/>
    <p:sldId id="1571" r:id="rId2"/>
    <p:sldId id="1572" r:id="rId2"/>
    <p:sldId id="1573" r:id="rId2"/>
    <p:sldId id="1574" r:id="rId2"/>
    <p:sldId id="1575" r:id="rId2"/>
    <p:sldId id="1576" r:id="rId2"/>
    <p:sldId id="1577" r:id="rId2"/>
    <p:sldId id="1578" r:id="rId2"/>
    <p:sldId id="1579" r:id="rId2"/>
    <p:sldId id="1580" r:id="rId2"/>
    <p:sldId id="1581" r:id="rId2"/>
    <p:sldId id="1582" r:id="rId2"/>
    <p:sldId id="1583" r:id="rId2"/>
    <p:sldId id="1584" r:id="rId2"/>
    <p:sldId id="1585" r:id="rId2"/>
    <p:sldId id="1586" r:id="rId2"/>
    <p:sldId id="1587" r:id="rId2"/>
    <p:sldId id="1588" r:id="rId2"/>
    <p:sldId id="1589" r:id="rId2"/>
    <p:sldId id="1590" r:id="rId2"/>
    <p:sldId id="1591" r:id="rId2"/>
    <p:sldId id="1592" r:id="rId2"/>
    <p:sldId id="1593" r:id="rId2"/>
    <p:sldId id="1594" r:id="rId2"/>
    <p:sldId id="1595" r:id="rId2"/>
    <p:sldId id="1596" r:id="rId2"/>
    <p:sldId id="1597" r:id="rId2"/>
    <p:sldId id="1598" r:id="rId2"/>
    <p:sldId id="1599" r:id="rId2"/>
    <p:sldId id="1600" r:id="rId2"/>
    <p:sldId id="1601" r:id="rId2"/>
    <p:sldId id="1602" r:id="rId2"/>
    <p:sldId id="1603" r:id="rId2"/>
    <p:sldId id="1604" r:id="rId2"/>
    <p:sldId id="1605" r:id="rId2"/>
    <p:sldId id="1606" r:id="rId2"/>
    <p:sldId id="1607" r:id="rId2"/>
    <p:sldId id="1608" r:id="rId2"/>
    <p:sldId id="1609" r:id="rId2"/>
    <p:sldId id="1610" r:id="rId2"/>
    <p:sldId id="1611" r:id="rId2"/>
    <p:sldId id="1612" r:id="rId2"/>
    <p:sldId id="1613" r:id="rId2"/>
    <p:sldId id="1614" r:id="rId2"/>
    <p:sldId id="1615" r:id="rId2"/>
    <p:sldId id="1616" r:id="rId2"/>
    <p:sldId id="1617" r:id="rId2"/>
    <p:sldId id="1618" r:id="rId2"/>
    <p:sldId id="1619" r:id="rId2"/>
    <p:sldId id="1620" r:id="rId2"/>
    <p:sldId id="1621" r:id="rId2"/>
    <p:sldId id="1622" r:id="rId2"/>
    <p:sldId id="1623" r:id="rId2"/>
    <p:sldId id="1624" r:id="rId2"/>
    <p:sldId id="1625" r:id="rId2"/>
    <p:sldId id="1626" r:id="rId2"/>
    <p:sldId id="1627" r:id="rId2"/>
    <p:sldId id="1628" r:id="rId2"/>
    <p:sldId id="1629" r:id="rId2"/>
    <p:sldId id="1630" r:id="rId2"/>
    <p:sldId id="1631" r:id="rId2"/>
    <p:sldId id="1632" r:id="rId2"/>
    <p:sldId id="1633" r:id="rId2"/>
    <p:sldId id="1634" r:id="rId2"/>
    <p:sldId id="1635" r:id="rId2"/>
    <p:sldId id="1636" r:id="rId2"/>
    <p:sldId id="1637" r:id="rId2"/>
    <p:sldId id="1638" r:id="rId2"/>
    <p:sldId id="1639" r:id="rId2"/>
    <p:sldId id="1640" r:id="rId2"/>
    <p:sldId id="1641" r:id="rId2"/>
    <p:sldId id="1642" r:id="rId2"/>
    <p:sldId id="1643" r:id="rId2"/>
    <p:sldId id="1644" r:id="rId2"/>
    <p:sldId id="1645" r:id="rId2"/>
    <p:sldId id="1646" r:id="rId2"/>
    <p:sldId id="1647" r:id="rId2"/>
    <p:sldId id="1648" r:id="rId2"/>
    <p:sldId id="1649" r:id="rId2"/>
    <p:sldId id="1650" r:id="rId2"/>
    <p:sldId id="1651" r:id="rId2"/>
    <p:sldId id="1652" r:id="rId2"/>
    <p:sldId id="1653" r:id="rId2"/>
    <p:sldId id="1654" r:id="rId2"/>
    <p:sldId id="1655" r:id="rId2"/>
    <p:sldId id="1656" r:id="rId2"/>
    <p:sldId id="1657" r:id="rId2"/>
    <p:sldId id="1658" r:id="rId2"/>
    <p:sldId id="1659" r:id="rId2"/>
    <p:sldId id="1660" r:id="rId2"/>
    <p:sldId id="1661" r:id="rId2"/>
    <p:sldId id="1662" r:id="rId2"/>
    <p:sldId id="1663" r:id="rId2"/>
    <p:sldId id="1664" r:id="rId2"/>
    <p:sldId id="1665" r:id="rId2"/>
    <p:sldId id="1666" r:id="rId2"/>
    <p:sldId id="1667" r:id="rId2"/>
    <p:sldId id="1668" r:id="rId2"/>
    <p:sldId id="1669" r:id="rId2"/>
    <p:sldId id="1670" r:id="rId2"/>
    <p:sldId id="1671" r:id="rId2"/>
    <p:sldId id="1672" r:id="rId2"/>
    <p:sldId id="1673" r:id="rId2"/>
    <p:sldId id="1674" r:id="rId2"/>
    <p:sldId id="1675" r:id="rId2"/>
    <p:sldId id="1676" r:id="rId2"/>
    <p:sldId id="1677" r:id="rId2"/>
    <p:sldId id="1678" r:id="rId2"/>
    <p:sldId id="1679" r:id="rId2"/>
    <p:sldId id="1680" r:id="rId2"/>
    <p:sldId id="1681" r:id="rId2"/>
    <p:sldId id="1682" r:id="rId2"/>
    <p:sldId id="1683" r:id="rId2"/>
    <p:sldId id="1684" r:id="rId2"/>
    <p:sldId id="1685" r:id="rId2"/>
    <p:sldId id="1686" r:id="rId2"/>
    <p:sldId id="1687" r:id="rId2"/>
    <p:sldId id="1688" r:id="rId2"/>
    <p:sldId id="1689" r:id="rId2"/>
    <p:sldId id="1690" r:id="rId2"/>
    <p:sldId id="1691" r:id="rId2"/>
    <p:sldId id="1692" r:id="rId2"/>
    <p:sldId id="1693" r:id="rId2"/>
    <p:sldId id="1694" r:id="rId2"/>
    <p:sldId id="1695" r:id="rId2"/>
    <p:sldId id="1696" r:id="rId2"/>
    <p:sldId id="1697" r:id="rId2"/>
    <p:sldId id="1698" r:id="rId2"/>
    <p:sldId id="1699" r:id="rId2"/>
    <p:sldId id="1700" r:id="rId2"/>
    <p:sldId id="1701" r:id="rId2"/>
    <p:sldId id="1702" r:id="rId2"/>
    <p:sldId id="1703" r:id="rId2"/>
    <p:sldId id="1704" r:id="rId2"/>
    <p:sldId id="1705" r:id="rId2"/>
    <p:sldId id="1706" r:id="rId2"/>
    <p:sldId id="1707" r:id="rId2"/>
    <p:sldId id="1708" r:id="rId2"/>
    <p:sldId id="1709" r:id="rId2"/>
    <p:sldId id="1710" r:id="rId2"/>
    <p:sldId id="1711" r:id="rId2"/>
    <p:sldId id="1712" r:id="rId2"/>
    <p:sldId id="1713" r:id="rId2"/>
    <p:sldId id="1714" r:id="rId2"/>
    <p:sldId id="1715" r:id="rId2"/>
    <p:sldId id="1716" r:id="rId2"/>
    <p:sldId id="1717" r:id="rId2"/>
    <p:sldId id="1718" r:id="rId2"/>
    <p:sldId id="1719" r:id="rId2"/>
    <p:sldId id="1720" r:id="rId2"/>
    <p:sldId id="1721" r:id="rId2"/>
    <p:sldId id="1722" r:id="rId2"/>
    <p:sldId id="1723" r:id="rId2"/>
    <p:sldId id="1724" r:id="rId2"/>
    <p:sldId id="1725" r:id="rId2"/>
    <p:sldId id="1726" r:id="rId2"/>
    <p:sldId id="1727" r:id="rId2"/>
    <p:sldId id="1728" r:id="rId2"/>
    <p:sldId id="1729" r:id="rId2"/>
    <p:sldId id="1730" r:id="rId2"/>
    <p:sldId id="1731" r:id="rId2"/>
    <p:sldId id="1732" r:id="rId2"/>
    <p:sldId id="1733" r:id="rId2"/>
    <p:sldId id="1734" r:id="rId2"/>
    <p:sldId id="1735" r:id="rId2"/>
    <p:sldId id="1736" r:id="rId2"/>
    <p:sldId id="1737" r:id="rId2"/>
    <p:sldId id="1738" r:id="rId2"/>
    <p:sldId id="1739" r:id="rId2"/>
    <p:sldId id="1740" r:id="rId2"/>
    <p:sldId id="1741" r:id="rId2"/>
    <p:sldId id="1742" r:id="rId2"/>
    <p:sldId id="1743" r:id="rId2"/>
    <p:sldId id="1744" r:id="rId2"/>
    <p:sldId id="1745" r:id="rId2"/>
    <p:sldId id="1746" r:id="rId2"/>
    <p:sldId id="1747" r:id="rId2"/>
    <p:sldId id="1748" r:id="rId2"/>
    <p:sldId id="1749" r:id="rId2"/>
    <p:sldId id="1750" r:id="rId2"/>
    <p:sldId id="1751" r:id="rId2"/>
    <p:sldId id="1752" r:id="rId2"/>
    <p:sldId id="1753" r:id="rId2"/>
    <p:sldId id="1754" r:id="rId2"/>
    <p:sldId id="1755" r:id="rId2"/>
    <p:sldId id="1756" r:id="rId2"/>
    <p:sldId id="1757" r:id="rId2"/>
    <p:sldId id="1758" r:id="rId2"/>
    <p:sldId id="1759" r:id="rId2"/>
    <p:sldId id="1760" r:id="rId2"/>
    <p:sldId id="1761" r:id="rId2"/>
    <p:sldId id="1762" r:id="rId2"/>
    <p:sldId id="1763" r:id="rId2"/>
    <p:sldId id="1764" r:id="rId2"/>
    <p:sldId id="1765" r:id="rId2"/>
    <p:sldId id="1766" r:id="rId2"/>
    <p:sldId id="1767" r:id="rId2"/>
    <p:sldId id="1768" r:id="rId2"/>
    <p:sldId id="1769" r:id="rId2"/>
    <p:sldId id="1770" r:id="rId2"/>
    <p:sldId id="1771" r:id="rId2"/>
    <p:sldId id="1772" r:id="rId2"/>
    <p:sldId id="1773" r:id="rId2"/>
    <p:sldId id="1774" r:id="rId2"/>
    <p:sldId id="1775" r:id="rId2"/>
    <p:sldId id="1776" r:id="rId2"/>
    <p:sldId id="1777" r:id="rId2"/>
    <p:sldId id="1778" r:id="rId2"/>
    <p:sldId id="1779" r:id="rId2"/>
    <p:sldId id="1780" r:id="rId2"/>
    <p:sldId id="1781" r:id="rId2"/>
    <p:sldId id="1782" r:id="rId2"/>
    <p:sldId id="1783" r:id="rId2"/>
    <p:sldId id="1784" r:id="rId2"/>
    <p:sldId id="1785" r:id="rId2"/>
    <p:sldId id="1786" r:id="rId2"/>
    <p:sldId id="1787" r:id="rId2"/>
    <p:sldId id="1788" r:id="rId2"/>
    <p:sldId id="1789" r:id="rId2"/>
    <p:sldId id="1790" r:id="rId2"/>
    <p:sldId id="1791" r:id="rId2"/>
    <p:sldId id="1792" r:id="rId2"/>
    <p:sldId id="1793" r:id="rId2"/>
    <p:sldId id="1794" r:id="rId2"/>
    <p:sldId id="1795" r:id="rId2"/>
    <p:sldId id="1796" r:id="rId2"/>
    <p:sldId id="1797" r:id="rId2"/>
    <p:sldId id="1798" r:id="rId2"/>
    <p:sldId id="1799" r:id="rId2"/>
    <p:sldId id="1800" r:id="rId2"/>
    <p:sldId id="1801" r:id="rId2"/>
    <p:sldId id="1802" r:id="rId2"/>
    <p:sldId id="1803" r:id="rId2"/>
    <p:sldId id="1804" r:id="rId2"/>
    <p:sldId id="1805" r:id="rId2"/>
    <p:sldId id="1806" r:id="rId2"/>
    <p:sldId id="1807" r:id="rId2"/>
    <p:sldId id="1808" r:id="rId2"/>
    <p:sldId id="1809" r:id="rId2"/>
    <p:sldId id="1810" r:id="rId2"/>
    <p:sldId id="1811" r:id="rId2"/>
    <p:sldId id="1812" r:id="rId2"/>
    <p:sldId id="1813" r:id="rId2"/>
    <p:sldId id="1814" r:id="rId2"/>
    <p:sldId id="1815" r:id="rId2"/>
    <p:sldId id="1816" r:id="rId2"/>
    <p:sldId id="1817" r:id="rId2"/>
    <p:sldId id="1818" r:id="rId2"/>
    <p:sldId id="1819" r:id="rId2"/>
    <p:sldId id="1820" r:id="rId2"/>
    <p:sldId id="1821" r:id="rId2"/>
    <p:sldId id="1822" r:id="rId2"/>
    <p:sldId id="1823" r:id="rId2"/>
    <p:sldId id="1824" r:id="rId2"/>
    <p:sldId id="1825" r:id="rId2"/>
    <p:sldId id="1826" r:id="rId2"/>
    <p:sldId id="1827" r:id="rId2"/>
    <p:sldId id="1828" r:id="rId2"/>
    <p:sldId id="1829" r:id="rId2"/>
    <p:sldId id="1830" r:id="rId2"/>
    <p:sldId id="1831" r:id="rId2"/>
    <p:sldId id="1832" r:id="rId2"/>
    <p:sldId id="1833" r:id="rId2"/>
    <p:sldId id="1834" r:id="rId2"/>
    <p:sldId id="1835" r:id="rId2"/>
    <p:sldId id="1836" r:id="rId2"/>
    <p:sldId id="1837" r:id="rId2"/>
    <p:sldId id="1838" r:id="rId2"/>
    <p:sldId id="1839" r:id="rId2"/>
    <p:sldId id="1840" r:id="rId2"/>
    <p:sldId id="1841" r:id="rId2"/>
    <p:sldId id="1842" r:id="rId2"/>
    <p:sldId id="1843" r:id="rId2"/>
    <p:sldId id="1844" r:id="rId2"/>
    <p:sldId id="1845" r:id="rId2"/>
    <p:sldId id="1846" r:id="rId2"/>
    <p:sldId id="1847" r:id="rId2"/>
    <p:sldId id="1848" r:id="rId2"/>
    <p:sldId id="1849" r:id="rId2"/>
    <p:sldId id="1850" r:id="rId2"/>
    <p:sldId id="1851" r:id="rId2"/>
    <p:sldId id="1852" r:id="rId2"/>
    <p:sldId id="1853" r:id="rId2"/>
    <p:sldId id="1854" r:id="rId2"/>
    <p:sldId id="1855" r:id="rId2"/>
    <p:sldId id="1856" r:id="rId2"/>
    <p:sldId id="1857" r:id="rId2"/>
    <p:sldId id="1858" r:id="rId2"/>
    <p:sldId id="1859" r:id="rId2"/>
    <p:sldId id="1860" r:id="rId2"/>
    <p:sldId id="1861" r:id="rId2"/>
    <p:sldId id="1862" r:id="rId2"/>
    <p:sldId id="1863" r:id="rId2"/>
    <p:sldId id="1864" r:id="rId2"/>
    <p:sldId id="1865" r:id="rId2"/>
    <p:sldId id="1866" r:id="rId2"/>
    <p:sldId id="1867" r:id="rId2"/>
    <p:sldId id="1868" r:id="rId2"/>
    <p:sldId id="1869" r:id="rId2"/>
    <p:sldId id="1870" r:id="rId2"/>
    <p:sldId id="1871" r:id="rId2"/>
    <p:sldId id="1872" r:id="rId2"/>
    <p:sldId id="1873" r:id="rId2"/>
    <p:sldId id="1874" r:id="rId2"/>
    <p:sldId id="1875" r:id="rId2"/>
    <p:sldId id="1876" r:id="rId2"/>
    <p:sldId id="1877" r:id="rId2"/>
    <p:sldId id="1878" r:id="rId2"/>
    <p:sldId id="1879" r:id="rId2"/>
    <p:sldId id="1880" r:id="rId2"/>
    <p:sldId id="1881" r:id="rId2"/>
    <p:sldId id="1882" r:id="rId2"/>
    <p:sldId id="1883" r:id="rId2"/>
    <p:sldId id="1884" r:id="rId2"/>
    <p:sldId id="1885" r:id="rId2"/>
    <p:sldId id="1886" r:id="rId2"/>
    <p:sldId id="1887" r:id="rId2"/>
    <p:sldId id="1888" r:id="rId2"/>
    <p:sldId id="1889" r:id="rId2"/>
    <p:sldId id="1890" r:id="rId2"/>
    <p:sldId id="1891" r:id="rId2"/>
    <p:sldId id="1892" r:id="rId2"/>
    <p:sldId id="1893" r:id="rId2"/>
    <p:sldId id="1894" r:id="rId2"/>
    <p:sldId id="1895" r:id="rId2"/>
    <p:sldId id="1896" r:id="rId2"/>
    <p:sldId id="1897" r:id="rId2"/>
    <p:sldId id="1898" r:id="rId2"/>
    <p:sldId id="1899" r:id="rId2"/>
    <p:sldId id="1900" r:id="rId2"/>
    <p:sldId id="1901" r:id="rId2"/>
    <p:sldId id="1902" r:id="rId2"/>
    <p:sldId id="1903" r:id="rId2"/>
    <p:sldId id="1904" r:id="rId2"/>
    <p:sldId id="1905" r:id="rId2"/>
    <p:sldId id="1906" r:id="rId2"/>
    <p:sldId id="1907" r:id="rId2"/>
    <p:sldId id="1908" r:id="rId2"/>
    <p:sldId id="1909" r:id="rId2"/>
    <p:sldId id="1910" r:id="rId2"/>
    <p:sldId id="1911" r:id="rId2"/>
    <p:sldId id="1912" r:id="rId2"/>
    <p:sldId id="1913" r:id="rId2"/>
    <p:sldId id="1914" r:id="rId2"/>
    <p:sldId id="1915" r:id="rId2"/>
    <p:sldId id="1916" r:id="rId2"/>
    <p:sldId id="1917" r:id="rId2"/>
    <p:sldId id="1918" r:id="rId2"/>
    <p:sldId id="1919" r:id="rId2"/>
    <p:sldId id="1920" r:id="rId2"/>
    <p:sldId id="1921" r:id="rId2"/>
    <p:sldId id="1922" r:id="rId2"/>
    <p:sldId id="1923" r:id="rId2"/>
    <p:sldId id="1924" r:id="rId2"/>
    <p:sldId id="1925" r:id="rId2"/>
    <p:sldId id="1926" r:id="rId2"/>
    <p:sldId id="1927" r:id="rId2"/>
    <p:sldId id="1928" r:id="rId2"/>
    <p:sldId id="1929" r:id="rId2"/>
    <p:sldId id="1930" r:id="rId2"/>
    <p:sldId id="1931" r:id="rId2"/>
    <p:sldId id="1932" r:id="rId2"/>
    <p:sldId id="1933" r:id="rId2"/>
    <p:sldId id="1934" r:id="rId2"/>
    <p:sldId id="1935" r:id="rId2"/>
    <p:sldId id="1936" r:id="rId2"/>
    <p:sldId id="1937" r:id="rId2"/>
    <p:sldId id="1938" r:id="rId2"/>
    <p:sldId id="1939" r:id="rId2"/>
    <p:sldId id="1940" r:id="rId2"/>
    <p:sldId id="1941" r:id="rId2"/>
    <p:sldId id="1942" r:id="rId2"/>
    <p:sldId id="1943" r:id="rId2"/>
    <p:sldId id="1944" r:id="rId2"/>
    <p:sldId id="1945" r:id="rId2"/>
    <p:sldId id="1946" r:id="rId2"/>
    <p:sldId id="1947" r:id="rId2"/>
    <p:sldId id="1948" r:id="rId2"/>
    <p:sldId id="1949" r:id="rId2"/>
    <p:sldId id="1950" r:id="rId2"/>
    <p:sldId id="1951" r:id="rId2"/>
    <p:sldId id="1952" r:id="rId2"/>
    <p:sldId id="1953" r:id="rId2"/>
    <p:sldId id="1954" r:id="rId2"/>
    <p:sldId id="1955" r:id="rId2"/>
    <p:sldId id="1956" r:id="rId2"/>
    <p:sldId id="1957" r:id="rId2"/>
    <p:sldId id="1958" r:id="rId2"/>
    <p:sldId id="1959" r:id="rId2"/>
    <p:sldId id="1960" r:id="rId2"/>
    <p:sldId id="1961" r:id="rId2"/>
    <p:sldId id="1962" r:id="rId2"/>
    <p:sldId id="1963" r:id="rId2"/>
    <p:sldId id="1964" r:id="rId2"/>
    <p:sldId id="1965" r:id="rId2"/>
    <p:sldId id="1966" r:id="rId2"/>
    <p:sldId id="1967" r:id="rId2"/>
    <p:sldId id="1968" r:id="rId2"/>
    <p:sldId id="1969" r:id="rId2"/>
    <p:sldId id="1970" r:id="rId2"/>
    <p:sldId id="1971" r:id="rId2"/>
    <p:sldId id="1972" r:id="rId2"/>
    <p:sldId id="1973" r:id="rId2"/>
    <p:sldId id="1974" r:id="rId2"/>
    <p:sldId id="1975" r:id="rId2"/>
    <p:sldId id="1976" r:id="rId2"/>
    <p:sldId id="1977" r:id="rId2"/>
    <p:sldId id="1978" r:id="rId2"/>
    <p:sldId id="1979" r:id="rId2"/>
    <p:sldId id="1980" r:id="rId2"/>
    <p:sldId id="1981" r:id="rId2"/>
    <p:sldId id="1982" r:id="rId2"/>
    <p:sldId id="1983" r:id="rId2"/>
    <p:sldId id="1984" r:id="rId2"/>
    <p:sldId id="1985" r:id="rId2"/>
    <p:sldId id="1986" r:id="rId2"/>
    <p:sldId id="1987" r:id="rId2"/>
    <p:sldId id="1988" r:id="rId2"/>
    <p:sldId id="1989" r:id="rId2"/>
    <p:sldId id="1990" r:id="rId2"/>
    <p:sldId id="1991" r:id="rId2"/>
    <p:sldId id="1992" r:id="rId2"/>
    <p:sldId id="1993" r:id="rId2"/>
    <p:sldId id="1994" r:id="rId2"/>
    <p:sldId id="1995" r:id="rId2"/>
    <p:sldId id="1996" r:id="rId2"/>
    <p:sldId id="1997" r:id="rId2"/>
    <p:sldId id="1998" r:id="rId2"/>
    <p:sldId id="1999" r:id="rId2"/>
    <p:sldId id="2000" r:id="rId2"/>
    <p:sldId id="2001" r:id="rId2"/>
    <p:sldId id="2002" r:id="rId2"/>
    <p:sldId id="2003" r:id="rId2"/>
    <p:sldId id="2004" r:id="rId2"/>
    <p:sldId id="2005" r:id="rId2"/>
    <p:sldId id="2006" r:id="rId2"/>
    <p:sldId id="2007" r:id="rId2"/>
    <p:sldId id="2008" r:id="rId2"/>
    <p:sldId id="2009" r:id="rId2"/>
    <p:sldId id="2010" r:id="rId2"/>
    <p:sldId id="2011" r:id="rId2"/>
    <p:sldId id="2012" r:id="rId2"/>
    <p:sldId id="2013" r:id="rId2"/>
    <p:sldId id="2014" r:id="rId2"/>
    <p:sldId id="2015" r:id="rId2"/>
    <p:sldId id="2016" r:id="rId2"/>
    <p:sldId id="2017" r:id="rId2"/>
    <p:sldId id="2018" r:id="rId2"/>
    <p:sldId id="2019" r:id="rId2"/>
    <p:sldId id="2020" r:id="rId2"/>
    <p:sldId id="2021" r:id="rId2"/>
    <p:sldId id="2022" r:id="rId2"/>
    <p:sldId id="2023" r:id="rId2"/>
    <p:sldId id="2024" r:id="rId2"/>
    <p:sldId id="2025" r:id="rId2"/>
    <p:sldId id="2026" r:id="rId2"/>
    <p:sldId id="2027" r:id="rId2"/>
    <p:sldId id="2028" r:id="rId2"/>
    <p:sldId id="2029" r:id="rId2"/>
    <p:sldId id="2030" r:id="rId2"/>
    <p:sldId id="2031" r:id="rId2"/>
    <p:sldId id="2032" r:id="rId2"/>
    <p:sldId id="2033" r:id="rId2"/>
    <p:sldId id="2034" r:id="rId2"/>
    <p:sldId id="2035" r:id="rId2"/>
    <p:sldId id="2036" r:id="rId2"/>
    <p:sldId id="2037" r:id="rId2"/>
    <p:sldId id="2038" r:id="rId2"/>
    <p:sldId id="2039" r:id="rId2"/>
    <p:sldId id="2040" r:id="rId2"/>
    <p:sldId id="2041" r:id="rId2"/>
    <p:sldId id="2042" r:id="rId2"/>
    <p:sldId id="2043" r:id="rId2"/>
    <p:sldId id="2044" r:id="rId2"/>
    <p:sldId id="2045" r:id="rId2"/>
    <p:sldId id="2046" r:id="rId2"/>
    <p:sldId id="2047" r:id="rId2"/>
    <p:sldId id="2048" r:id="rId2"/>
    <p:sldId id="2049" r:id="rId2"/>
    <p:sldId id="2050" r:id="rId2"/>
    <p:sldId id="2051" r:id="rId2"/>
    <p:sldId id="2052" r:id="rId2"/>
    <p:sldId id="2053" r:id="rId2"/>
    <p:sldId id="2054" r:id="rId2"/>
    <p:sldId id="2055" r:id="rId2"/>
    <p:sldId id="2056" r:id="rId2"/>
    <p:sldId id="2057" r:id="rId2"/>
    <p:sldId id="2058" r:id="rId2"/>
    <p:sldId id="2059" r:id="rId2"/>
    <p:sldId id="2060" r:id="rId2"/>
    <p:sldId id="2061" r:id="rId2"/>
    <p:sldId id="2062" r:id="rId2"/>
    <p:sldId id="2063" r:id="rId2"/>
    <p:sldId id="2064" r:id="rId2"/>
    <p:sldId id="2065" r:id="rId2"/>
    <p:sldId id="2066" r:id="rId2"/>
    <p:sldId id="2067" r:id="rId2"/>
    <p:sldId id="2068" r:id="rId2"/>
    <p:sldId id="2069" r:id="rId2"/>
    <p:sldId id="2070" r:id="rId2"/>
    <p:sldId id="2071" r:id="rId2"/>
    <p:sldId id="2072" r:id="rId2"/>
    <p:sldId id="2073" r:id="rId2"/>
    <p:sldId id="2074" r:id="rId2"/>
    <p:sldId id="2075" r:id="rId2"/>
    <p:sldId id="2076" r:id="rId2"/>
    <p:sldId id="2077" r:id="rId2"/>
    <p:sldId id="2078" r:id="rId2"/>
    <p:sldId id="2079" r:id="rId2"/>
    <p:sldId id="2080" r:id="rId2"/>
    <p:sldId id="2081" r:id="rId2"/>
    <p:sldId id="2082" r:id="rId2"/>
    <p:sldId id="2083" r:id="rId2"/>
    <p:sldId id="2084" r:id="rId2"/>
    <p:sldId id="2085" r:id="rId2"/>
    <p:sldId id="2086" r:id="rId2"/>
    <p:sldId id="2087" r:id="rId2"/>
    <p:sldId id="2088" r:id="rId2"/>
    <p:sldId id="2089" r:id="rId2"/>
    <p:sldId id="2090" r:id="rId2"/>
    <p:sldId id="2091" r:id="rId2"/>
    <p:sldId id="2092" r:id="rId2"/>
    <p:sldId id="2093" r:id="rId2"/>
    <p:sldId id="2094" r:id="rId2"/>
    <p:sldId id="2095" r:id="rId2"/>
    <p:sldId id="2096" r:id="rId2"/>
    <p:sldId id="2097" r:id="rId2"/>
    <p:sldId id="2098" r:id="rId2"/>
    <p:sldId id="2099" r:id="rId2"/>
    <p:sldId id="2100" r:id="rId2"/>
    <p:sldId id="2101" r:id="rId2"/>
    <p:sldId id="2102" r:id="rId2"/>
    <p:sldId id="2103" r:id="rId2"/>
    <p:sldId id="2104" r:id="rId2"/>
    <p:sldId id="2105" r:id="rId2"/>
    <p:sldId id="2106" r:id="rId2"/>
    <p:sldId id="2107" r:id="rId2"/>
    <p:sldId id="2108" r:id="rId2"/>
    <p:sldId id="2109" r:id="rId2"/>
    <p:sldId id="2110" r:id="rId2"/>
    <p:sldId id="2111" r:id="rId2"/>
    <p:sldId id="2112" r:id="rId2"/>
    <p:sldId id="2113" r:id="rId2"/>
    <p:sldId id="2114" r:id="rId2"/>
    <p:sldId id="2115" r:id="rId2"/>
    <p:sldId id="2116" r:id="rId2"/>
    <p:sldId id="2117" r:id="rId2"/>
    <p:sldId id="2118" r:id="rId2"/>
    <p:sldId id="2119" r:id="rId2"/>
    <p:sldId id="2120" r:id="rId2"/>
    <p:sldId id="2121" r:id="rId2"/>
    <p:sldId id="2122" r:id="rId2"/>
    <p:sldId id="2123" r:id="rId2"/>
    <p:sldId id="2124" r:id="rId2"/>
    <p:sldId id="2125" r:id="rId2"/>
    <p:sldId id="2126" r:id="rId2"/>
    <p:sldId id="2127" r:id="rId2"/>
    <p:sldId id="2128" r:id="rId2"/>
    <p:sldId id="2129" r:id="rId2"/>
    <p:sldId id="2130" r:id="rId2"/>
    <p:sldId id="2131" r:id="rId2"/>
    <p:sldId id="2132" r:id="rId2"/>
    <p:sldId id="2133" r:id="rId2"/>
    <p:sldId id="2134" r:id="rId2"/>
    <p:sldId id="2135" r:id="rId2"/>
    <p:sldId id="2136" r:id="rId2"/>
    <p:sldId id="2137" r:id="rId2"/>
    <p:sldId id="2138" r:id="rId2"/>
    <p:sldId id="2139" r:id="rId2"/>
    <p:sldId id="2140" r:id="rId2"/>
    <p:sldId id="2141" r:id="rId2"/>
    <p:sldId id="2142" r:id="rId2"/>
    <p:sldId id="2143" r:id="rId2"/>
    <p:sldId id="2144" r:id="rId2"/>
    <p:sldId id="2145" r:id="rId2"/>
    <p:sldId id="2146" r:id="rId2"/>
    <p:sldId id="2147" r:id="rId2"/>
    <p:sldId id="2148" r:id="rId2"/>
    <p:sldId id="2149" r:id="rId2"/>
    <p:sldId id="2150" r:id="rId2"/>
    <p:sldId id="2151" r:id="rId2"/>
    <p:sldId id="2152" r:id="rId2"/>
    <p:sldId id="2153" r:id="rId2"/>
    <p:sldId id="2154" r:id="rId2"/>
    <p:sldId id="2155" r:id="rId2"/>
    <p:sldId id="2156" r:id="rId2"/>
    <p:sldId id="2157" r:id="rId2"/>
    <p:sldId id="2158" r:id="rId2"/>
    <p:sldId id="2159" r:id="rId2"/>
    <p:sldId id="2160" r:id="rId2"/>
    <p:sldId id="2161" r:id="rId2"/>
    <p:sldId id="2162" r:id="rId2"/>
    <p:sldId id="2163" r:id="rId2"/>
    <p:sldId id="2164" r:id="rId2"/>
    <p:sldId id="2165" r:id="rId2"/>
    <p:sldId id="2166" r:id="rId2"/>
    <p:sldId id="2167" r:id="rId2"/>
    <p:sldId id="2168" r:id="rId2"/>
    <p:sldId id="2169" r:id="rId2"/>
    <p:sldId id="2170" r:id="rId2"/>
    <p:sldId id="2171" r:id="rId2"/>
    <p:sldId id="2172" r:id="rId2"/>
    <p:sldId id="2173" r:id="rId2"/>
    <p:sldId id="2174" r:id="rId2"/>
    <p:sldId id="2175" r:id="rId2"/>
    <p:sldId id="2176" r:id="rId2"/>
    <p:sldId id="2177" r:id="rId2"/>
    <p:sldId id="2178" r:id="rId2"/>
    <p:sldId id="2179" r:id="rId2"/>
    <p:sldId id="2180" r:id="rId2"/>
    <p:sldId id="2181" r:id="rId2"/>
    <p:sldId id="2182" r:id="rId2"/>
    <p:sldId id="2183" r:id="rId2"/>
    <p:sldId id="2184" r:id="rId2"/>
    <p:sldId id="2185" r:id="rId2"/>
    <p:sldId id="2186" r:id="rId2"/>
    <p:sldId id="2187" r:id="rId2"/>
    <p:sldId id="2188" r:id="rId2"/>
    <p:sldId id="2189" r:id="rId2"/>
    <p:sldId id="2190" r:id="rId2"/>
    <p:sldId id="2191" r:id="rId2"/>
    <p:sldId id="2192" r:id="rId2"/>
    <p:sldId id="2193" r:id="rId2"/>
    <p:sldId id="2194" r:id="rId2"/>
    <p:sldId id="2195" r:id="rId2"/>
    <p:sldId id="2196" r:id="rId2"/>
    <p:sldId id="2197" r:id="rId2"/>
    <p:sldId id="2198" r:id="rId2"/>
    <p:sldId id="2199" r:id="rId2"/>
    <p:sldId id="2200" r:id="rId2"/>
    <p:sldId id="2201" r:id="rId2"/>
    <p:sldId id="2202" r:id="rId2"/>
    <p:sldId id="2203" r:id="rId2"/>
    <p:sldId id="2204" r:id="rId2"/>
    <p:sldId id="2205" r:id="rId2"/>
    <p:sldId id="2206" r:id="rId2"/>
    <p:sldId id="2207" r:id="rId2"/>
    <p:sldId id="2208" r:id="rId2"/>
    <p:sldId id="2209" r:id="rId2"/>
    <p:sldId id="2210" r:id="rId2"/>
    <p:sldId id="2211" r:id="rId2"/>
    <p:sldId id="2212" r:id="rId2"/>
    <p:sldId id="2213" r:id="rId2"/>
    <p:sldId id="2214" r:id="rId2"/>
    <p:sldId id="2215" r:id="rId2"/>
    <p:sldId id="2216" r:id="rId2"/>
    <p:sldId id="2217" r:id="rId2"/>
    <p:sldId id="2218" r:id="rId2"/>
    <p:sldId id="2219" r:id="rId2"/>
    <p:sldId id="2220" r:id="rId2"/>
    <p:sldId id="2221" r:id="rId2"/>
    <p:sldId id="2222" r:id="rId2"/>
    <p:sldId id="2223" r:id="rId2"/>
    <p:sldId id="2224" r:id="rId2"/>
    <p:sldId id="2225" r:id="rId2"/>
    <p:sldId id="2226" r:id="rId2"/>
    <p:sldId id="2227" r:id="rId2"/>
    <p:sldId id="2228" r:id="rId2"/>
    <p:sldId id="2229" r:id="rId2"/>
    <p:sldId id="2230" r:id="rId2"/>
    <p:sldId id="2231" r:id="rId2"/>
    <p:sldId id="2232" r:id="rId2"/>
    <p:sldId id="2233" r:id="rId2"/>
    <p:sldId id="2234" r:id="rId2"/>
    <p:sldId id="2235" r:id="rId2"/>
    <p:sldId id="2236" r:id="rId2"/>
    <p:sldId id="2237" r:id="rId2"/>
    <p:sldId id="2238" r:id="rId2"/>
    <p:sldId id="2239" r:id="rId2"/>
    <p:sldId id="2240" r:id="rId2"/>
    <p:sldId id="2241" r:id="rId2"/>
    <p:sldId id="2242" r:id="rId2"/>
    <p:sldId id="2243" r:id="rId2"/>
    <p:sldId id="2244" r:id="rId2"/>
    <p:sldId id="2245" r:id="rId2"/>
    <p:sldId id="2246" r:id="rId2"/>
    <p:sldId id="2247" r:id="rId2"/>
    <p:sldId id="2248" r:id="rId2"/>
    <p:sldId id="2249" r:id="rId2"/>
    <p:sldId id="2250" r:id="rId2"/>
    <p:sldId id="2251" r:id="rId2"/>
    <p:sldId id="2252" r:id="rId2"/>
    <p:sldId id="2253" r:id="rId2"/>
    <p:sldId id="2254" r:id="rId2"/>
    <p:sldId id="2255" r:id="rId2"/>
  </p:sldIdLst>
  <p:sldSz cx="9144000" cy="6858000"/>
</p:presentation>
</file>

<file path=ppt/_rels/presentation.xml.rels><?xml version="1.0"?><Relationships xmlns="http://schemas.openxmlformats.org/package/2006/relationships"><Relationship Id="rId2" Type="http://schemas.openxmlformats.org/officeDocument/2006/relationships/slide" Target="slides/slide1.xml"/></Relationships>
</file>

<file path=ppt/slides/_rels/slide1.xml.rels><?xml version="1.0"?><Relationships xmlns="http://schemas.openxmlformats.org/package/2006/relationships"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c="http://schemas.openxmlformats.org/drawingml/2006/chart">
  <p:cSld>
    <p:spTree>
      <p:nvGrpSpPr>
        <p:cNvPr id="1" name=""/>
        <p:cNvGrpSpPr/>
        <p:nvPr/>
      </p:nvGrpSpPr>
      <p:grpSpPr/>
      <p:sp>
        <p:nvSpPr>
          <p:cNvPr id="2" name="s"/>
          <p:cNvSpPr/>
          <p:nvPr/>
        </p:nvSpPr>
        <p:spPr>
          <a:xfrm>
            <a:off x="914400" y="914400"/>
            <a:ext cx="2743200" cy="914400"/>
          </a:xfrm>
          <a:prstGeom prst="rect"/>
        </p:spPr>
        <p:txBody>
          <a:bodyPr/>
          <a:p>
            <a:r>
              <a:t>x</a:t>
            </a:r>
          </a:p>
          <a:p>
            <a:r>
              <a:t>x</a:t>
            </a:r>
          </a:p>
          <a:p>
            <a:r>
              <a:t>x</a:t>
            </a:r>
          </a:p>
          <a:p>
            <a:r>
              <a:t>x</a:t>
            </a:r>
          </a:p>
          <a:p>
            <a:r>
              <a:t>x</a:t>
            </a:r>
          </a:p>
          <a:p>
            <a:r>
              <a:t>x</a:t>
            </a:r>
          </a:p>
          <a:p>
            <a:r>
              <a:t>x</a:t>
            </a:r>
          </a:p>
          <a:p>
            <a:r>
              <a:t>x</a:t>
            </a:r>
          </a:p>
          <a:p>
            <a:r>
              <a:t>x</a:t>
            </a:r>
          </a:p>
          <a:p>
            <a:r>
              <a:t>x</a:t>
            </a:r>
          </a:p>
          <a:p>
            <a:r>
              <a:t>x</a:t>
            </a:r>
          </a:p>
          <a:p>
            <a:r>
              <a:t>x</a:t>
            </a:r>
          </a:p>
          <a:p>
            <a:r>
              <a:t>x</a:t>
            </a:r>
          </a:p>
          <a:p>
            <a:r>
              <a:t>x</a:t>
            </a:r>
          </a:p>
          <a:p>
            <a:r>
              <a:t>x</a:t>
            </a:r>
          </a:p>
          <a:p>
            <a:r>
              <a:t>x</a:t>
            </a:r>
          </a:p>
          <a:p>
            <a:r>
              <a:t>x</a:t>
            </a:r>
          </a:p>
          <a:p>
            <a:r>
              <a:t>x</a:t>
            </a:r>
          </a:p>
          <a:p>
            <a:r>
              <a:t>x</a:t>
            </a:r>
          </a:p>
          <a:p>
            <a:r>
              <a:t>x</a:t>
            </a:r>
          </a:p>
          <a:p>
            <a:r>
              <a:t>x</a:t>
            </a:r>
          </a:p>
          <a:p>
            <a:r>
              <a:t>x</a:t>
            </a:r>
          </a:p>
          <a:p>
            <a:r>
              <a:t>x</a:t>
            </a:r>
          </a:p>
          <a:p>
            <a:r>
              <a:t>x</a:t>
            </a:r>
          </a:p>
          <a:p>
            <a:r>
              <a:t>x</a:t>
            </a:r>
          </a:p>
          <a:p>
            <a:r>
              <a:t>x</a:t>
            </a:r>
          </a:p>
          <a:p>
            <a:r>
              <a:t>x</a:t>
            </a:r>
          </a:p>
          <a:p>
            <a:r>
              <a:t>x</a:t>
            </a:r>
          </a:p>
          <a:p>
            <a:r>
              <a:t>x</a:t>
            </a:r>
          </a:p>
          <a:p>
            <a:r>
              <a:t>x</a:t>
            </a:r>
          </a:p>
        </p:txBody>
      </p:sp>
    </p:spTree>
  </p:cSld>
</p:sld>
</file>