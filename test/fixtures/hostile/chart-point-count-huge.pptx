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sldIdLst>
    <p:sldId id="256" r:id="rId2"/>
  </p:sldIdLst>
  <p:sldSz cx="9144000" cy="6858000"/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1.xml"/></Relationships>
</file>

<file path=ppt/charts/chart1.xml><?xml version="1.0" encoding="utf-8"?>
<c:chartSpace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c:chart>
    <c:plotArea>
      <c:barChart>
        <c:barDir val="col"/>
        <c:ser>
          <c:idx val="0"/>
          <c:val>
            <c:numRef>
              <c:numCache>
                <c:ptCount val="17592186044416"/>
                <c:pt idx="0">
                  <c:v>5</c:v>
                </c:pt>
              </c:numCache>
            </c:numRef>
          </c:val>
        </c:ser>
      </c:barChart>
    </c:plotArea>
  </c:chart>
</c:chartSpace>
</file>

<file path=ppt/slides/_rels/slide1.xml.rels><?xml version="1.0"?><Relationships xmlns="http://schemas.openxmlformats.org/package/2006/relationships"><Relationship Id="rIdC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graphicFrame>
        <p:nvGraphicFramePr>
          <p:cNvPr id="4" name="c"/>
          <p:cNvGraphicFramePr/>
          <p:nvPr/>
        </p:nvGraphicFramePr>
        <p:xfrm>
          <a:off x="0" y="0"/>
          <a:ext cx="4572000" cy="3429000"/>
        </p:xfrm>
        <a:graphic>
          <a:graphicData uri="http://schemas.openxmlformats.org/drawingml/2006/chart">
            <c:chart r:id="rIdC"/>
          </a:graphicData>
        </a:graphic>
      </p:graphicFrame>
    </p:spTree>
  </p:cSld>
</p:sld>
</file>