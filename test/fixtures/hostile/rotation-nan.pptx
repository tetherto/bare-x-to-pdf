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74" r:id="rId2"/>
  </p:sldMasterIdLst>
  <p:sldIdLst>
    <p:sldId id="268" r:id="rId3"/>
    <p:sldId id="267" r:id="rId4"/>
  </p:sldIdLst>
  <p:sldSz cx="9144000" cy="6858000" type="screen4x3"/>
  <p:notesSz cx="7559675" cy="10691813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B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92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76" name="Picture 75"/>
          <p:cNvPicPr/>
          <p:nvPr/>
        </p:nvPicPr>
        <p:blipFill>
          <a:blip r:embed="rId2"/>
          <a:stretch>
            <a:fillRect/>
          </a:stretch>
        </p:blipFill>
        <p:spPr>
          <a:xfrm>
            <a:off x="5328720" y="3963240"/>
            <a:ext cx="2704680" cy="2158200"/>
          </a:xfrm>
          <a:prstGeom prst="rect">
            <a:avLst/>
          </a:prstGeom>
          <a:ln>
            <a:noFill/>
          </a:ln>
        </p:spPr>
      </p:pic>
      <p:pic>
        <p:nvPicPr>
          <p:cNvPr id="77" name="Picture 76"/>
          <p:cNvPicPr/>
          <p:nvPr/>
        </p:nvPicPr>
        <p:blipFill>
          <a:blip r:embed="rId2"/>
          <a:stretch>
            <a:fillRect/>
          </a:stretch>
        </p:blipFill>
        <p:spPr>
          <a:xfrm>
            <a:off x="1112400" y="3963240"/>
            <a:ext cx="2704680" cy="215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3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116" name="Picture 115"/>
          <p:cNvPicPr/>
          <p:nvPr/>
        </p:nvPicPr>
        <p:blipFill>
          <a:blip r:embed="rId2"/>
          <a:stretch>
            <a:fillRect/>
          </a:stretch>
        </p:blipFill>
        <p:spPr>
          <a:xfrm>
            <a:off x="5328720" y="3963240"/>
            <a:ext cx="2704680" cy="2158200"/>
          </a:xfrm>
          <a:prstGeom prst="rect">
            <a:avLst/>
          </a:prstGeom>
          <a:ln>
            <a:noFill/>
          </a:ln>
        </p:spPr>
      </p:pic>
      <p:pic>
        <p:nvPicPr>
          <p:cNvPr id="117" name="Picture 116"/>
          <p:cNvPicPr/>
          <p:nvPr/>
        </p:nvPicPr>
        <p:blipFill>
          <a:blip r:embed="rId2"/>
          <a:stretch>
            <a:fillRect/>
          </a:stretch>
        </p:blipFill>
        <p:spPr>
          <a:xfrm>
            <a:off x="1112400" y="3963240"/>
            <a:ext cx="2704680" cy="215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hr-HR" sz="1200">
                <a:solidFill>
                  <a:srgbClr val="8B8B8B"/>
                </a:solidFill>
                <a:latin typeface="Calibri"/>
              </a:rPr>
              <a:t>24.02.14</a:t>
            </a:r>
            <a:endParaRPr/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359F956-E7F7-420C-A79A-8A1A688DF327}" type="slidenum">
              <a:rPr lang="hr-HR" sz="1200">
                <a:solidFill>
                  <a:srgbClr val="8B8B8B"/>
                </a:solidFill>
                <a:latin typeface="Calibri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Click to edit the title text formatClick to edit Master title style</a:t>
            </a:r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</p:spPr>
        <p:txBody>
          <a:bodyPr/>
          <a:lstStyle/>
          <a:p>
            <a:pPr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</p:spPr>
        <p:txBody>
          <a:bodyPr anchor="ctr"/>
          <a:lstStyle/>
          <a:p>
            <a:pPr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800">
                <a:solidFill>
                  <a:srgbClr val="8B8B8B"/>
                </a:solidFill>
                <a:latin typeface="Calibri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US" sz="2400">
                <a:solidFill>
                  <a:srgbClr val="000000"/>
                </a:solidFill>
                <a:latin typeface="Calibri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–"/>
            </a:pPr>
            <a:r>
              <a:rPr lang="en-US">
                <a:solidFill>
                  <a:srgbClr val="000000"/>
                </a:solidFill>
                <a:latin typeface="Calibri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Font typeface="Arial"/>
              <a:buChar char="»"/>
            </a:pPr>
            <a:r>
              <a:rPr lang="en-US">
                <a:solidFill>
                  <a:srgbClr val="000000"/>
                </a:solidFill>
                <a:latin typeface="Calibri"/>
              </a:rPr>
              <a:t>Fifth level</a:t>
            </a:r>
            <a:endParaRPr/>
          </a:p>
        </p:txBody>
      </p:sp>
      <p:sp>
        <p:nvSpPr>
          <p:cNvPr id="81" name="PlaceHolder 4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hr-HR" sz="2800">
                <a:solidFill>
                  <a:srgbClr val="8B8B8B"/>
                </a:solidFill>
                <a:latin typeface="Calibri"/>
              </a:rPr>
              <a:t>24.02.14</a:t>
            </a:r>
            <a:endParaRPr/>
          </a:p>
        </p:txBody>
      </p:sp>
      <p:sp>
        <p:nvSpPr>
          <p:cNvPr id="82" name="PlaceHolder 5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83" name="PlaceHolder 6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944F44EF-E59C-46E9-B2B8-4F358FBCC655}" type="slidenum">
              <a:rPr lang="hr-HR" sz="1200">
                <a:solidFill>
                  <a:srgbClr val="8B8B8B"/>
                </a:solidFill>
                <a:latin typeface="Calibri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S"/>
          <p:cNvSpPr txBox="1"/>
          <p:nvPr/>
        </p:nvSpPr>
        <p:spPr>
          <a:xfrm rot="NaN">
            <a:off x="457200" y="457200"/>
            <a:ext cx="3000000" cy="1000000"/>
          </a:xfrm>
          <a:prstGeom prst="rect">
            <a:avLst/>
          </a:prstGeom>
          <a:solidFill>
            <a:srgbClr val="FF0000"/>
          </a:solidFill>
        </p:spPr>
        <p:txBody>
          <a:bodyPr/>
          <a:lstStyle/>
          <a:p>
            <a:r>
              <a:rPr lang="en-US" sz="1800"/>
              <a:t>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457200" y="414152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Calibri"/>
              </a:rPr>
              <a:t>Old corporate story: </a:t>
            </a:r>
            <a:r>
              <a:rPr lang="en-US" sz="4400" dirty="0" smtClean="0">
                <a:solidFill>
                  <a:srgbClr val="000000"/>
                </a:solidFill>
                <a:latin typeface="Calibri"/>
              </a:rPr>
              <a:t>(</a:t>
            </a:r>
            <a:r>
              <a:rPr lang="hr-HR" sz="4400" dirty="0" err="1">
                <a:solidFill>
                  <a:srgbClr val="000000"/>
                </a:solidFill>
                <a:latin typeface="Calibri"/>
              </a:rPr>
              <a:t>M</a:t>
            </a:r>
            <a:r>
              <a:rPr lang="en-US" sz="4400" dirty="0" smtClean="0">
                <a:solidFill>
                  <a:srgbClr val="000000"/>
                </a:solidFill>
                <a:latin typeface="Calibri"/>
              </a:rPr>
              <a:t>is)collaboration 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between IT and "business"</a:t>
            </a:r>
            <a:endParaRPr dirty="0"/>
          </a:p>
        </p:txBody>
      </p:sp>
      <p:sp>
        <p:nvSpPr>
          <p:cNvPr id="161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683894" y="2244753"/>
            <a:ext cx="7848219" cy="3736646"/>
            <a:chOff x="683894" y="2244753"/>
            <a:chExt cx="7848219" cy="3736646"/>
          </a:xfrm>
        </p:grpSpPr>
        <p:sp>
          <p:nvSpPr>
            <p:cNvPr id="3" name="Freeform 2"/>
            <p:cNvSpPr/>
            <p:nvPr/>
          </p:nvSpPr>
          <p:spPr>
            <a:xfrm rot="21600000">
              <a:off x="683894" y="2244753"/>
              <a:ext cx="3736645" cy="3736646"/>
            </a:xfrm>
            <a:custGeom>
              <a:avLst/>
              <a:gdLst>
                <a:gd name="connsiteX0" fmla="*/ 0 w 3736645"/>
                <a:gd name="connsiteY0" fmla="*/ 1307826 h 3736645"/>
                <a:gd name="connsiteX1" fmla="*/ 1868323 w 3736645"/>
                <a:gd name="connsiteY1" fmla="*/ 0 h 3736645"/>
                <a:gd name="connsiteX2" fmla="*/ 3736645 w 3736645"/>
                <a:gd name="connsiteY2" fmla="*/ 1307826 h 3736645"/>
                <a:gd name="connsiteX3" fmla="*/ 2802484 w 3736645"/>
                <a:gd name="connsiteY3" fmla="*/ 1307826 h 3736645"/>
                <a:gd name="connsiteX4" fmla="*/ 2802484 w 3736645"/>
                <a:gd name="connsiteY4" fmla="*/ 3736645 h 3736645"/>
                <a:gd name="connsiteX5" fmla="*/ 934161 w 3736645"/>
                <a:gd name="connsiteY5" fmla="*/ 3736645 h 3736645"/>
                <a:gd name="connsiteX6" fmla="*/ 934161 w 3736645"/>
                <a:gd name="connsiteY6" fmla="*/ 1307826 h 3736645"/>
                <a:gd name="connsiteX7" fmla="*/ 0 w 3736645"/>
                <a:gd name="connsiteY7" fmla="*/ 1307826 h 373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6645" h="3736645">
                  <a:moveTo>
                    <a:pt x="1307826" y="3736645"/>
                  </a:moveTo>
                  <a:lnTo>
                    <a:pt x="0" y="1868322"/>
                  </a:lnTo>
                  <a:lnTo>
                    <a:pt x="1307826" y="0"/>
                  </a:lnTo>
                  <a:lnTo>
                    <a:pt x="1307826" y="934161"/>
                  </a:lnTo>
                  <a:lnTo>
                    <a:pt x="3736645" y="934161"/>
                  </a:lnTo>
                  <a:lnTo>
                    <a:pt x="3736645" y="2802484"/>
                  </a:lnTo>
                  <a:lnTo>
                    <a:pt x="1307826" y="2802484"/>
                  </a:lnTo>
                  <a:lnTo>
                    <a:pt x="1307826" y="3736645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9946" tIns="1190192" rIns="256031" bIns="1190195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600" b="1" kern="1200" dirty="0" smtClean="0"/>
                <a:t>Old IT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Cost center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Tactical</a:t>
              </a:r>
              <a:endParaRPr lang="hr-HR" sz="3200" kern="1200" dirty="0"/>
            </a:p>
          </p:txBody>
        </p:sp>
        <p:sp>
          <p:nvSpPr>
            <p:cNvPr id="5" name="Freeform 4"/>
            <p:cNvSpPr/>
            <p:nvPr/>
          </p:nvSpPr>
          <p:spPr>
            <a:xfrm>
              <a:off x="4795468" y="2244753"/>
              <a:ext cx="3736645" cy="3736645"/>
            </a:xfrm>
            <a:custGeom>
              <a:avLst/>
              <a:gdLst>
                <a:gd name="connsiteX0" fmla="*/ 0 w 3736645"/>
                <a:gd name="connsiteY0" fmla="*/ 1307826 h 3736645"/>
                <a:gd name="connsiteX1" fmla="*/ 1868323 w 3736645"/>
                <a:gd name="connsiteY1" fmla="*/ 0 h 3736645"/>
                <a:gd name="connsiteX2" fmla="*/ 3736645 w 3736645"/>
                <a:gd name="connsiteY2" fmla="*/ 1307826 h 3736645"/>
                <a:gd name="connsiteX3" fmla="*/ 2802484 w 3736645"/>
                <a:gd name="connsiteY3" fmla="*/ 1307826 h 3736645"/>
                <a:gd name="connsiteX4" fmla="*/ 2802484 w 3736645"/>
                <a:gd name="connsiteY4" fmla="*/ 3736645 h 3736645"/>
                <a:gd name="connsiteX5" fmla="*/ 934161 w 3736645"/>
                <a:gd name="connsiteY5" fmla="*/ 3736645 h 3736645"/>
                <a:gd name="connsiteX6" fmla="*/ 934161 w 3736645"/>
                <a:gd name="connsiteY6" fmla="*/ 1307826 h 3736645"/>
                <a:gd name="connsiteX7" fmla="*/ 0 w 3736645"/>
                <a:gd name="connsiteY7" fmla="*/ 1307826 h 373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6645" h="3736645">
                  <a:moveTo>
                    <a:pt x="2428819" y="0"/>
                  </a:moveTo>
                  <a:lnTo>
                    <a:pt x="3736645" y="1868323"/>
                  </a:lnTo>
                  <a:lnTo>
                    <a:pt x="2428819" y="3736645"/>
                  </a:lnTo>
                  <a:lnTo>
                    <a:pt x="2428819" y="2802484"/>
                  </a:lnTo>
                  <a:lnTo>
                    <a:pt x="0" y="2802484"/>
                  </a:lnTo>
                  <a:lnTo>
                    <a:pt x="0" y="934161"/>
                  </a:lnTo>
                  <a:lnTo>
                    <a:pt x="2428819" y="934161"/>
                  </a:lnTo>
                  <a:lnTo>
                    <a:pt x="2428819" y="0"/>
                  </a:lnTo>
                  <a:close/>
                </a:path>
              </a:pathLst>
            </a:custGeom>
            <a:solidFill>
              <a:srgbClr val="00B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6033" tIns="1190193" rIns="909944" bIns="1190193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600" b="1" kern="1200" dirty="0" smtClean="0"/>
                <a:t>New IT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Value enabler</a:t>
              </a:r>
            </a:p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hr-HR" sz="3200" kern="1200" dirty="0" smtClean="0"/>
                <a:t>Strategic</a:t>
              </a:r>
              <a:endParaRPr lang="hr-HR" sz="32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90</Words>
  <Application>Microsoft Office PowerPoint</Application>
  <PresentationFormat>On-screen Show (4:3)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DejaVu Sans</vt:lpstr>
      <vt:lpstr>StarSymbol</vt:lpstr>
      <vt:lpstr>Office Theme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</dc:creator>
  <cp:lastModifiedBy>Grzegorz Araminowicz</cp:lastModifiedBy>
  <cp:revision>30</cp:revision>
  <dcterms:modified xsi:type="dcterms:W3CDTF">2019-03-22T11:53:01Z</dcterms:modified>
</cp:coreProperties>
</file>