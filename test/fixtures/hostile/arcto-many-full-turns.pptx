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sldIdLst>
    <p:sldId id="268" r:id="rId3"/>
    <p:sldId id="267" r:id="rId4"/>
  </p:sldIdLst>
  <p:sldSz cx="9144000" cy="6858000" type="screen4x3"/>
  <p:notesSz cx="7559675" cy="10691813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B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6" name="Picture 7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116" name="Picture 11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117" name="Picture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12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359F956-E7F7-420C-A79A-8A1A688DF327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 anchor="ctr"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28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83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44F44EF-E59C-46E9-B2B8-4F358FBCC655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"/>
          <p:cNvSpPr txBox="1"/>
          <p:nvPr/>
        </p:nvSpPr>
        <p:spPr>
          <a:xfrm rot="0">
            <a:off x="457200" y="457200"/>
            <a:ext cx="3000000" cy="1000000"/>
          </a:xfrm>
          <a:custGeom>
            <a:avLst/>
            <a:gdLst/>
            <a:pathLst>
              <a:path w="100" h="100">
                <a:moveTo>
                  <a:pt x="0" y="0"/>
                </a:moveTo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arcTo wR="50" hR="50" stAng="0" swAng="2147483647"/>
                <a:close/>
              </a:path>
            </a:pathLst>
          </a:custGeom>
          <a:solidFill>
            <a:srgbClr val="FF0000"/>
          </a:solidFill>
        </p:spPr>
        <p:txBody>
          <a:bodyPr/>
          <a:lstStyle/>
          <a:p>
            <a:r>
              <a:rPr lang="en-US" sz="1800"/>
              <a:t>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457200" y="414152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Old corporate story: 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(</a:t>
            </a:r>
            <a:r>
              <a:rPr lang="hr-HR" sz="4400" dirty="0" err="1">
                <a:solidFill>
                  <a:srgbClr val="000000"/>
                </a:solidFill>
                <a:latin typeface="Calibri"/>
              </a:rPr>
              <a:t>M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is)collaboration 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between IT and "business"</a:t>
            </a:r>
            <a:endParaRPr dirty="0"/>
          </a:p>
        </p:txBody>
      </p:sp>
      <p:sp>
        <p:nvSpPr>
          <p:cNvPr id="16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683894" y="2244753"/>
            <a:ext cx="7848219" cy="3736646"/>
            <a:chOff x="683894" y="2244753"/>
            <a:chExt cx="7848219" cy="3736646"/>
          </a:xfrm>
        </p:grpSpPr>
        <p:sp>
          <p:nvSpPr>
            <p:cNvPr id="3" name="Freeform 2"/>
            <p:cNvSpPr/>
            <p:nvPr/>
          </p:nvSpPr>
          <p:spPr>
            <a:xfrm rot="21600000">
              <a:off x="683894" y="2244753"/>
              <a:ext cx="3736645" cy="3736646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1307826" y="3736645"/>
                  </a:moveTo>
                  <a:lnTo>
                    <a:pt x="0" y="1868322"/>
                  </a:lnTo>
                  <a:lnTo>
                    <a:pt x="1307826" y="0"/>
                  </a:lnTo>
                  <a:lnTo>
                    <a:pt x="1307826" y="934161"/>
                  </a:lnTo>
                  <a:lnTo>
                    <a:pt x="3736645" y="934161"/>
                  </a:lnTo>
                  <a:lnTo>
                    <a:pt x="3736645" y="2802484"/>
                  </a:lnTo>
                  <a:lnTo>
                    <a:pt x="1307826" y="2802484"/>
                  </a:lnTo>
                  <a:lnTo>
                    <a:pt x="1307826" y="3736645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9946" tIns="1190192" rIns="256031" bIns="1190195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Old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Cost center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Tactical</a:t>
              </a:r>
              <a:endParaRPr lang="hr-HR" sz="3200" kern="1200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4795468" y="2244753"/>
              <a:ext cx="3736645" cy="3736645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2428819" y="0"/>
                  </a:moveTo>
                  <a:lnTo>
                    <a:pt x="3736645" y="1868323"/>
                  </a:lnTo>
                  <a:lnTo>
                    <a:pt x="2428819" y="3736645"/>
                  </a:lnTo>
                  <a:lnTo>
                    <a:pt x="2428819" y="2802484"/>
                  </a:lnTo>
                  <a:lnTo>
                    <a:pt x="0" y="2802484"/>
                  </a:lnTo>
                  <a:lnTo>
                    <a:pt x="0" y="934161"/>
                  </a:lnTo>
                  <a:lnTo>
                    <a:pt x="2428819" y="934161"/>
                  </a:lnTo>
                  <a:lnTo>
                    <a:pt x="2428819" y="0"/>
                  </a:lnTo>
                  <a:close/>
                </a:path>
              </a:pathLst>
            </a:cu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033" tIns="1190193" rIns="909944" bIns="1190193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New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Value enabler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Strategic</a:t>
              </a:r>
              <a:endParaRPr lang="hr-HR" sz="32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90</Words>
  <Application>Microsoft Office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DejaVu Sans</vt:lpstr>
      <vt:lpstr>StarSymbol</vt:lpstr>
      <vt:lpstr>Office Theme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</dc:creator>
  <cp:lastModifiedBy>Grzegorz Araminowicz</cp:lastModifiedBy>
  <cp:revision>30</cp:revision>
  <dcterms:modified xsi:type="dcterms:W3CDTF">2019-03-22T11:53:01Z</dcterms:modified>
</cp:coreProperties>
</file>