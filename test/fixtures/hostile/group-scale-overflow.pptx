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sldIdLst>
    <p:sldId id="268" r:id="rId3"/>
    <p:sldId id="267" r:id="rId4"/>
  </p:sldIdLst>
  <p:sldSz cx="9144000" cy="6858000" type="screen4x3"/>
  <p:notesSz cx="7559675" cy="10691813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12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359F956-E7F7-420C-A79A-8A1A688DF327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 anchor="ctr"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28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44F44EF-E59C-46E9-B2B8-4F358FBCC655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"/>
          <p:cNvGrpSpPr/>
          <p:nvPr/>
        </p:nvGrpSpPr>
        <p:grpSpPr>
          <a:xfrm>
            <a:off x="0" y="0"/>
            <a:ext cx="20000000000" cy="20000000000"/>
            <a:chOff x="0" y="0"/>
            <a:chExt cx="1" cy="1"/>
          </a:xfrm>
        </p:grpSpPr>
        <p:grpSp>
          <p:nvGrpSpPr>
            <p:cNvPr id="9" name="G"/>
            <p:cNvGrpSpPr/>
            <p:nvPr/>
          </p:nvGrpSpPr>
          <p:grpSpPr>
            <a:xfrm>
              <a:off x="0" y="0"/>
              <a:ext cx="20000000000" cy="20000000000"/>
              <a:chOff x="0" y="0"/>
              <a:chExt cx="1" cy="1"/>
            </a:xfrm>
          </p:grpSpPr>
          <p:grpSp>
            <p:nvGrpSpPr>
              <p:cNvPr id="9" name="G"/>
              <p:cNvGrpSpPr/>
              <p:nvPr/>
            </p:nvGrpSpPr>
            <p:grpSpPr>
              <a:xfrm>
                <a:off x="0" y="0"/>
                <a:ext cx="20000000000" cy="20000000000"/>
                <a:chOff x="0" y="0"/>
                <a:chExt cx="1" cy="1"/>
              </a:xfrm>
            </p:grpSpPr>
            <p:grpSp>
              <p:nvGrpSpPr>
                <p:cNvPr id="9" name="G"/>
                <p:cNvGrpSpPr/>
                <p:nvPr/>
              </p:nvGrpSpPr>
              <p:grpSpPr>
                <a:xfrm>
                  <a:off x="0" y="0"/>
                  <a:ext cx="20000000000" cy="20000000000"/>
                  <a:chOff x="0" y="0"/>
                  <a:chExt cx="1" cy="1"/>
                </a:xfrm>
              </p:grpSpPr>
              <p:grpSp>
                <p:nvGrpSpPr>
                  <p:cNvPr id="9" name="G"/>
                  <p:cNvGrpSpPr/>
                  <p:nvPr/>
                </p:nvGrpSpPr>
                <p:grpSpPr>
                  <a:xfrm>
                    <a:off x="0" y="0"/>
                    <a:ext cx="20000000000" cy="20000000000"/>
                    <a:chOff x="0" y="0"/>
                    <a:chExt cx="1" cy="1"/>
                  </a:xfrm>
                </p:grpSpPr>
                <p:grpSp>
                  <p:nvGrpSpPr>
                    <p:cNvPr id="9" name="G"/>
                    <p:cNvGrpSpPr/>
                    <p:nvPr/>
                  </p:nvGrpSpPr>
                  <p:grpSpPr>
                    <a:xfrm>
                      <a:off x="0" y="0"/>
                      <a:ext cx="20000000000" cy="20000000000"/>
                      <a:chOff x="0" y="0"/>
                      <a:chExt cx="1" cy="1"/>
                    </a:xfrm>
                  </p:grpSpPr>
                  <p:grpSp>
                    <p:nvGrpSpPr>
                      <p:cNvPr id="9" name="G"/>
                      <p:cNvGrpSpPr/>
                      <p:nvPr/>
                    </p:nvGrpSpPr>
                    <p:grpSpPr>
                      <a:xfrm>
                        <a:off x="0" y="0"/>
                        <a:ext cx="20000000000" cy="20000000000"/>
                        <a:chOff x="0" y="0"/>
                        <a:chExt cx="1" cy="1"/>
                      </a:xfrm>
                    </p:grpSpPr>
                    <p:grpSp>
                      <p:nvGrpSpPr>
                        <p:cNvPr id="9" name="G"/>
                        <p:cNvGrpSpPr/>
                        <p:nvPr/>
                      </p:nvGrpSpPr>
                      <p:grpSpPr>
                        <a:xfrm>
                          <a:off x="0" y="0"/>
                          <a:ext cx="20000000000" cy="20000000000"/>
                          <a:chOff x="0" y="0"/>
                          <a:chExt cx="1" cy="1"/>
                        </a:xfrm>
                      </p:grpSpPr>
                      <p:grpSp>
                        <p:nvGrpSpPr>
                          <p:cNvPr id="9" name="G"/>
                          <p:cNvGrpSpPr/>
                          <p:nvPr/>
                        </p:nvGrpSpPr>
                        <p:grpSpPr>
                          <a:xfrm>
                            <a:off x="0" y="0"/>
                            <a:ext cx="20000000000" cy="20000000000"/>
                            <a:chOff x="0" y="0"/>
                            <a:chExt cx="1" cy="1"/>
                          </a:xfrm>
                        </p:grpSpPr>
                        <p:grpSp>
                          <p:nvGrpSpPr>
                            <p:cNvPr id="9" name="G"/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20000000000" cy="20000000000"/>
                              <a:chOff x="0" y="0"/>
                              <a:chExt cx="1" cy="1"/>
                            </a:xfrm>
                          </p:grpSpPr>
                          <p:grpSp>
                            <p:nvGrpSpPr>
                              <p:cNvPr id="9" name="G"/>
                              <p:cNvGrpSpPr/>
                              <p:nvPr/>
                            </p:nvGrpSpPr>
                            <p:grpSpPr>
                              <a:xfrm>
                                <a:off x="0" y="0"/>
                                <a:ext cx="20000000000" cy="20000000000"/>
                                <a:chOff x="0" y="0"/>
                                <a:chExt cx="1" cy="1"/>
                              </a:xfrm>
                            </p:grpSpPr>
                            <p:grpSp>
                              <p:nvGrpSpPr>
                                <p:cNvPr id="9" name="G"/>
                                <p:cNvGrpSpPr/>
                                <p:nvPr/>
                              </p:nvGrpSpPr>
                              <p:grpSpPr>
                                <a:xfrm>
                                  <a:off x="0" y="0"/>
                                  <a:ext cx="20000000000" cy="20000000000"/>
                                  <a:chOff x="0" y="0"/>
                                  <a:chExt cx="1" cy="1"/>
                                </a:xfrm>
                              </p:grpSpPr>
                              <p:grpSp>
                                <p:nvGrpSpPr>
                                  <p:cNvPr id="9" name="G"/>
                                  <p:cNvGrpSpPr/>
                                  <p:nvPr/>
                                </p:nvGrpSpPr>
                                <p:grpSpPr>
                                  <a:xfrm>
                                    <a:off x="0" y="0"/>
                                    <a:ext cx="20000000000" cy="20000000000"/>
                                    <a:chOff x="0" y="0"/>
                                    <a:chExt cx="1" cy="1"/>
                                  </a:xfrm>
                                </p:grpSpPr>
                                <p:grpSp>
                                  <p:nvGrpSpPr>
                                    <p:cNvPr id="9" name="G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0" y="0"/>
                                      <a:ext cx="20000000000" cy="20000000000"/>
                                      <a:chOff x="0" y="0"/>
                                      <a:chExt cx="1" cy="1"/>
                                    </a:xfrm>
                                  </p:grpSpPr>
                                  <p:grpSp>
                                    <p:nvGrpSpPr>
                                      <p:cNvPr id="9" name="G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0" y="0"/>
                                        <a:ext cx="20000000000" cy="20000000000"/>
                                        <a:chOff x="0" y="0"/>
                                        <a:chExt cx="1" cy="1"/>
                                      </a:xfrm>
                                    </p:grpSpPr>
                                    <p:grpSp>
                                      <p:nvGrpSpPr>
                                        <p:cNvPr id="9" name="G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0" y="0"/>
                                          <a:ext cx="20000000000" cy="20000000000"/>
                                          <a:chOff x="0" y="0"/>
                                          <a:chExt cx="1" cy="1"/>
                                        </a:xfrm>
                                      </p:grpSpPr>
                                      <p:grpSp>
                                        <p:nvGrpSpPr>
                                          <p:cNvPr id="9" name="G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0" y="0"/>
                                            <a:ext cx="20000000000" cy="20000000000"/>
                                            <a:chOff x="0" y="0"/>
                                            <a:chExt cx="1" cy="1"/>
                                          </a:xfrm>
                                        </p:grpSpPr>
                                        <p:grpSp>
                                          <p:nvGrpSpPr>
                                            <p:cNvPr id="9" name="G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0" y="0"/>
                                              <a:ext cx="20000000000" cy="20000000000"/>
                                              <a:chOff x="0" y="0"/>
                                              <a:chExt cx="1" cy="1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9" name="G"/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0" y="0"/>
                                                <a:ext cx="20000000000" cy="20000000000"/>
                                                <a:chOff x="0" y="0"/>
                                                <a:chExt cx="1" cy="1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9" name="G"/>
                                                <p:cNvGrpSpPr/>
                                                <p:nvPr/>
                                              </p:nvGrpSpPr>
                                              <p:grpSpPr>
                                                <a:xfrm>
                                                  <a:off x="0" y="0"/>
                                                  <a:ext cx="20000000000" cy="20000000000"/>
                                                  <a:chOff x="0" y="0"/>
                                                  <a:chExt cx="1" cy="1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9" name="G"/>
                                                  <p:cNvGrpSpPr/>
                                                  <p:nvPr/>
                                                </p:nvGrpSpPr>
                                                <p:grpSpPr>
                                                  <a:xfrm>
                                                    <a:off x="0" y="0"/>
                                                    <a:ext cx="20000000000" cy="20000000000"/>
                                                    <a:chOff x="0" y="0"/>
                                                    <a:chExt cx="1" cy="1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9" name="G"/>
                                                    <p:cNvGrpSpPr/>
                                                    <p:nvPr/>
                                                  </p:nvGrpSpPr>
                                                  <p:grpSpPr>
                                                    <a:xfrm>
                                                      <a:off x="0" y="0"/>
                                                      <a:ext cx="20000000000" cy="20000000000"/>
                                                      <a:chOff x="0" y="0"/>
                                                      <a:chExt cx="1" cy="1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9" name="G"/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0" y="0"/>
                                                        <a:ext cx="20000000000" cy="20000000000"/>
                                                        <a:chOff x="0" y="0"/>
                                                        <a:chExt cx="1" cy="1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9" name="G"/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0" y="0"/>
                                                          <a:ext cx="20000000000" cy="20000000000"/>
                                                          <a:chOff x="0" y="0"/>
                                                          <a:chExt cx="1" cy="1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9" name="G"/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0" y="0"/>
                                                            <a:ext cx="20000000000" cy="20000000000"/>
                                                            <a:chOff x="0" y="0"/>
                                                            <a:chExt cx="1" cy="1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9" name="G"/>
                                                            <p:cNvGrpSpPr/>
                                                            <p:nvPr/>
                                                          </p:nvGrpSpPr>
                                                          <p:grpSpPr>
                                                            <a:xfrm>
                                                              <a:off x="0" y="0"/>
                                                              <a:ext cx="20000000000" cy="20000000000"/>
                                                              <a:chOff x="0" y="0"/>
                                                              <a:chExt cx="1" cy="1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9" name="G"/>
                                                              <p:cNvGrpSpPr/>
                                                              <p:nvPr/>
                                                            </p:nvGrpSpPr>
                                                            <p:grpSpPr>
                                                              <a:xfrm>
                                                                <a:off x="0" y="0"/>
                                                                <a:ext cx="20000000000" cy="20000000000"/>
                                                                <a:chOff x="0" y="0"/>
                                                                <a:chExt cx="1" cy="1"/>
                                                              </a:xfrm>
                                                            </p:grpSpPr>
                                                            <p:grpSp>
                                                              <p:nvGrpSpPr>
                                                                <p:cNvPr id="9" name="G"/>
                                                                <p:cNvGrpSpPr/>
                                                                <p:nvPr/>
                                                              </p:nvGrpSpPr>
                                                              <p:grpSpPr>
                                                                <a:xfrm>
                                                                  <a:off x="0" y="0"/>
                                                                  <a:ext cx="20000000000" cy="20000000000"/>
                                                                  <a:chOff x="0" y="0"/>
                                                                  <a:chExt cx="1" cy="1"/>
                                                                </a:xfrm>
                                                              </p:grpSpPr>
                                                              <p:grpSp>
                                                                <p:nvGrpSpPr>
                                                                  <p:cNvPr id="9" name="G"/>
                                                                  <p:cNvGrpSpPr/>
                                                                  <p:nvPr/>
                                                                </p:nvGrpSpPr>
                                                                <p:grpSpPr>
                                                                  <a:xfrm>
                                                                    <a:off x="0" y="0"/>
                                                                    <a:ext cx="20000000000" cy="20000000000"/>
                                                                    <a:chOff x="0" y="0"/>
                                                                    <a:chExt cx="1" cy="1"/>
                                                                  </a:xfrm>
                                                                </p:grpSpPr>
                                                                <p:grpSp>
                                                                  <p:nvGrpSpPr>
                                                                    <p:cNvPr id="9" name="G"/>
                                                                    <p:cNvGrpSpPr/>
                                                                    <p:nvPr/>
                                                                  </p:nvGrpSpPr>
                                                                  <p:grpSpPr>
                                                                    <a:xfrm>
                                                                      <a:off x="0" y="0"/>
                                                                      <a:ext cx="20000000000" cy="20000000000"/>
                                                                      <a:chOff x="0" y="0"/>
                                                                      <a:chExt cx="1" cy="1"/>
                                                                    </a:xfrm>
                                                                  </p:grpSpPr>
                                                                  <p:grpSp>
                                                                    <p:nvGrpSpPr>
                                                                      <p:cNvPr id="9" name="G"/>
                                                                      <p:cNvGrpSpPr/>
                                                                      <p:nvPr/>
                                                                    </p:nvGrpSpPr>
                                                                    <p:grpSpPr>
                                                                      <a:xfrm>
                                                                        <a:off x="0" y="0"/>
                                                                        <a:ext cx="20000000000" cy="20000000000"/>
                                                                        <a:chOff x="0" y="0"/>
                                                                        <a:chExt cx="1" cy="1"/>
                                                                      </a:xfrm>
                                                                    </p:grpSpPr>
                                                                    <p:grpSp>
                                                                      <p:nvGrpSpPr>
                                                                        <p:cNvPr id="9" name="G"/>
                                                                        <p:cNvGrpSpPr/>
                                                                        <p:nvPr/>
                                                                      </p:nvGrpSpPr>
                                                                      <p:grpSpPr>
                                                                        <a:xfrm>
                                                                          <a:off x="0" y="0"/>
                                                                          <a:ext cx="20000000000" cy="20000000000"/>
                                                                          <a:chOff x="0" y="0"/>
                                                                          <a:chExt cx="1" cy="1"/>
                                                                        </a:xfrm>
                                                                      </p:grpSpPr>
                                                                      <p:grpSp>
                                                                        <p:nvGrpSpPr>
                                                                          <p:cNvPr id="9" name="G"/>
                                                                          <p:cNvGrpSpPr/>
                                                                          <p:nvPr/>
                                                                        </p:nvGrpSpPr>
                                                                        <p:grpSpPr>
                                                                          <a:xfrm>
                                                                            <a:off x="0" y="0"/>
                                                                            <a:ext cx="20000000000" cy="20000000000"/>
                                                                            <a:chOff x="0" y="0"/>
                                                                            <a:chExt cx="1" cy="1"/>
                                                                          </a:xfrm>
                                                                        </p:grpSpPr>
                                                                        <p:grpSp>
                                                                          <p:nvGrpSpPr>
                                                                            <p:cNvPr id="9" name="G"/>
                                                                            <p:cNvGrpSpPr/>
                                                                            <p:nvPr/>
                                                                          </p:nvGrpSpPr>
                                                                          <p:grpSpPr>
                                                                            <a:xfrm>
                                                                              <a:off x="0" y="0"/>
                                                                              <a:ext cx="20000000000" cy="20000000000"/>
                                                                              <a:chOff x="0" y="0"/>
                                                                              <a:chExt cx="1" cy="1"/>
                                                                            </a:xfrm>
                                                                          </p:grpSpPr>
                                                                          <p:grpSp>
                                                                            <p:nvGrpSpPr>
                                                                              <p:cNvPr id="9" name="G"/>
                                                                              <p:cNvGrpSpPr/>
                                                                              <p:nvPr/>
                                                                            </p:nvGrpSpPr>
                                                                            <p:grpSpPr>
                                                                              <a:xfrm>
                                                                                <a:off x="0" y="0"/>
                                                                                <a:ext cx="20000000000" cy="20000000000"/>
                                                                                <a:chOff x="0" y="0"/>
                                                                                <a:chExt cx="1" cy="1"/>
                                                                              </a:xfrm>
                                                                            </p:grpSpPr>
                                                                            <p:grpSp>
                                                                              <p:nvGrpSpPr>
                                                                                <p:cNvPr id="9" name="G"/>
                                                                                <p:cNvGrpSpPr/>
                                                                                <p:nvPr/>
                                                                              </p:nvGrpSpPr>
                                                                              <p:grpSpPr>
                                                                                <a:xfrm>
                                                                                  <a:off x="0" y="0"/>
                                                                                  <a:ext cx="20000000000" cy="20000000000"/>
                                                                                  <a:chOff x="0" y="0"/>
                                                                                  <a:chExt cx="1" cy="1"/>
                                                                                </a:xfrm>
                                                                              </p:grpSpPr>
                                                                              <p:grpSp>
                                                                                <p:nvGrpSpPr>
                                                                                  <p:cNvPr id="9" name="G"/>
                                                                                  <p:cNvGrpSpPr/>
                                                                                  <p:nvPr/>
                                                                                </p:nvGrpSpPr>
                                                                                <p:grpSpPr>
                                                                                  <a:xfrm>
                                                                                    <a:off x="0" y="0"/>
                                                                                    <a:ext cx="20000000000" cy="20000000000"/>
                                                                                    <a:chOff x="0" y="0"/>
                                                                                    <a:chExt cx="1" cy="1"/>
                                                                                  </a:xfrm>
                                                                                </p:grpSpPr>
                                                                                <p:grpSp>
                                                                                  <p:nvGrpSpPr>
                                                                                    <p:cNvPr id="9" name="G"/>
                                                                                    <p:cNvGrpSpPr/>
                                                                                    <p:nvPr/>
                                                                                  </p:nvGrpSpPr>
                                                                                  <p:grpSpPr>
                                                                                    <a:xfrm>
                                                                                      <a:off x="0" y="0"/>
                                                                                      <a:ext cx="20000000000" cy="20000000000"/>
                                                                                      <a:chOff x="0" y="0"/>
                                                                                      <a:chExt cx="1" cy="1"/>
                                                                                    </a:xfrm>
                                                                                  </p:grpSpPr>
                                                                                  <p:grpSp>
                                                                                    <p:nvGrpSpPr>
                                                                                      <p:cNvPr id="9" name="G"/>
                                                                                      <p:cNvGrpSpPr/>
                                                                                      <p:nvPr/>
                                                                                    </p:nvGrpSpPr>
                                                                                    <p:grpSpPr>
                                                                                      <a:xfrm>
                                                                                        <a:off x="0" y="0"/>
                                                                                        <a:ext cx="20000000000" cy="20000000000"/>
                                                                                        <a:chOff x="0" y="0"/>
                                                                                        <a:chExt cx="1" cy="1"/>
                                                                                      </a:xfrm>
                                                                                    </p:grpSpPr>
                                                                                    <p:grpSp>
                                                                                      <p:nvGrpSpPr>
                                                                                        <p:cNvPr id="9" name="G"/>
                                                                                        <p:cNvGrpSpPr/>
                                                                                        <p:nvPr/>
                                                                                      </p:nvGrpSpPr>
                                                                                      <p:grpSpPr>
                                                                                        <a:xfrm>
                                                                                          <a:off x="0" y="0"/>
                                                                                          <a:ext cx="20000000000" cy="20000000000"/>
                                                                                          <a:chOff x="0" y="0"/>
                                                                                          <a:chExt cx="1" cy="1"/>
                                                                                        </a:xfrm>
                                                                                      </p:grpSpPr>
                                                                                      <p:sp>
                                                                                        <p:nvSpPr>
                                                                                          <p:cNvPr id="5" name="S"/>
                                                                                          <p:cNvSpPr txBox="1"/>
                                                                                          <p:nvPr/>
                                                                                        </p:nvSpPr>
                                                                                        <p:spPr>
                                                                                          <a:xfrm rot="0">
                                                                                            <a:off x="1" y="1"/>
                                                                                            <a:ext cx="1000" cy="1000"/>
                                                                                          </a:xfrm>
                                                                                          <a:prstGeom prst="rect">
                                                                                            <a:avLst/>
                                                                                          </a:prstGeom>
                                                                                          <a:solidFill>
                                                                                            <a:srgbClr val="FF0000"/>
                                                                                          </a:solidFill>
                                                                                        </p:spPr>
                                                                                        <p:txBody>
                                                                                          <a:bodyPr/>
                                                                                          <a:lstStyle/>
                                                                                          <a:p>
                                                                                            <a:r>
                                                                                              <a:rPr lang="en-US" sz="1800"/>
                                                                                              <a:t>deep</a:t>
                                                                                            </a:r>
                                                                                          </a:p>
                                                                                        </p:txBody>
                                                                                      </p:sp>
                                                                                    </p:grpSp>
                                                                                  </p:grpSp>
                                                                                </p:grpSp>
                                                                              </p:grpSp>
                                                                            </p:grpSp>
                                                                          </p:grpSp>
                                                                        </p:grpSp>
                                                                      </p:grpSp>
                                                                    </p:grpSp>
                                                                  </p:grpSp>
                                                                </p:grp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457200" y="414152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Old corporate story: 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(</a:t>
            </a:r>
            <a:r>
              <a:rPr lang="hr-HR" sz="4400" dirty="0" err="1">
                <a:solidFill>
                  <a:srgbClr val="000000"/>
                </a:solidFill>
                <a:latin typeface="Calibri"/>
              </a:rPr>
              <a:t>M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is)collaboration 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between IT and "business"</a:t>
            </a:r>
            <a:endParaRPr dirty="0"/>
          </a:p>
        </p:txBody>
      </p:sp>
      <p:sp>
        <p:nvSpPr>
          <p:cNvPr id="16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83894" y="2244753"/>
            <a:ext cx="7848219" cy="3736646"/>
            <a:chOff x="683894" y="2244753"/>
            <a:chExt cx="7848219" cy="3736646"/>
          </a:xfrm>
        </p:grpSpPr>
        <p:sp>
          <p:nvSpPr>
            <p:cNvPr id="3" name="Freeform 2"/>
            <p:cNvSpPr/>
            <p:nvPr/>
          </p:nvSpPr>
          <p:spPr>
            <a:xfrm rot="21600000">
              <a:off x="683894" y="2244753"/>
              <a:ext cx="3736645" cy="3736646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1307826" y="3736645"/>
                  </a:moveTo>
                  <a:lnTo>
                    <a:pt x="0" y="1868322"/>
                  </a:lnTo>
                  <a:lnTo>
                    <a:pt x="1307826" y="0"/>
                  </a:lnTo>
                  <a:lnTo>
                    <a:pt x="1307826" y="934161"/>
                  </a:lnTo>
                  <a:lnTo>
                    <a:pt x="3736645" y="934161"/>
                  </a:lnTo>
                  <a:lnTo>
                    <a:pt x="3736645" y="2802484"/>
                  </a:lnTo>
                  <a:lnTo>
                    <a:pt x="1307826" y="2802484"/>
                  </a:lnTo>
                  <a:lnTo>
                    <a:pt x="1307826" y="3736645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9946" tIns="1190192" rIns="256031" bIns="1190195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Old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Cost center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Tactical</a:t>
              </a:r>
              <a:endParaRPr lang="hr-HR" sz="3200" kern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4795468" y="2244753"/>
              <a:ext cx="3736645" cy="3736645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2428819" y="0"/>
                  </a:moveTo>
                  <a:lnTo>
                    <a:pt x="3736645" y="1868323"/>
                  </a:lnTo>
                  <a:lnTo>
                    <a:pt x="2428819" y="3736645"/>
                  </a:lnTo>
                  <a:lnTo>
                    <a:pt x="2428819" y="2802484"/>
                  </a:lnTo>
                  <a:lnTo>
                    <a:pt x="0" y="2802484"/>
                  </a:lnTo>
                  <a:lnTo>
                    <a:pt x="0" y="934161"/>
                  </a:lnTo>
                  <a:lnTo>
                    <a:pt x="2428819" y="934161"/>
                  </a:lnTo>
                  <a:lnTo>
                    <a:pt x="2428819" y="0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033" tIns="1190193" rIns="909944" bIns="1190193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New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Value enabler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Strategic</a:t>
              </a:r>
              <a:endParaRPr lang="hr-HR" sz="32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90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DejaVu Sans</vt:lpstr>
      <vt:lpstr>StarSymbol</vt:lpstr>
      <vt:lpstr>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</dc:creator>
  <cp:lastModifiedBy>Grzegorz Araminowicz</cp:lastModifiedBy>
  <cp:revision>30</cp:revision>
  <dcterms:modified xsi:type="dcterms:W3CDTF">2019-03-22T11:53:01Z</dcterms:modified>
</cp:coreProperties>
</file>